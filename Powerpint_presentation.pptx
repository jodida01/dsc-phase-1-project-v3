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3"/>
  </p:sldMasterIdLst>
  <p:notesMasterIdLst>
    <p:notesMasterId r:id="rId15"/>
  </p:notesMasterIdLst>
  <p:sldIdLst>
    <p:sldId id="256" r:id="rId4"/>
    <p:sldId id="278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9" Type="http://schemas.openxmlformats.org/officeDocument/2006/relationships/tags" Target="../tags/tag16.xml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microsoft.com/office/2007/relationships/hdphoto" Target="../media/image2.wdp"/><Relationship Id="rId10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image" Target="../media/image3.png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38.xml"/><Relationship Id="rId8" Type="http://schemas.openxmlformats.org/officeDocument/2006/relationships/tags" Target="../tags/tag37.xml"/><Relationship Id="rId7" Type="http://schemas.openxmlformats.org/officeDocument/2006/relationships/image" Target="../media/image4.png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5" Type="http://schemas.openxmlformats.org/officeDocument/2006/relationships/tags" Target="../tags/tag44.xml"/><Relationship Id="rId14" Type="http://schemas.openxmlformats.org/officeDocument/2006/relationships/tags" Target="../tags/tag43.xml"/><Relationship Id="rId13" Type="http://schemas.openxmlformats.org/officeDocument/2006/relationships/tags" Target="../tags/tag42.xml"/><Relationship Id="rId12" Type="http://schemas.openxmlformats.org/officeDocument/2006/relationships/tags" Target="../tags/tag41.xml"/><Relationship Id="rId11" Type="http://schemas.openxmlformats.org/officeDocument/2006/relationships/tags" Target="../tags/tag40.xml"/><Relationship Id="rId10" Type="http://schemas.openxmlformats.org/officeDocument/2006/relationships/tags" Target="../tags/tag39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58.xml"/><Relationship Id="rId8" Type="http://schemas.openxmlformats.org/officeDocument/2006/relationships/tags" Target="../tags/tag57.xml"/><Relationship Id="rId7" Type="http://schemas.openxmlformats.org/officeDocument/2006/relationships/tags" Target="../tags/tag56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2.xml"/><Relationship Id="rId4" Type="http://schemas.openxmlformats.org/officeDocument/2006/relationships/tags" Target="../tags/tag61.xml"/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69.xml"/><Relationship Id="rId4" Type="http://schemas.openxmlformats.org/officeDocument/2006/relationships/tags" Target="../tags/tag68.xml"/><Relationship Id="rId3" Type="http://schemas.openxmlformats.org/officeDocument/2006/relationships/tags" Target="../tags/tag67.xml"/><Relationship Id="rId2" Type="http://schemas.openxmlformats.org/officeDocument/2006/relationships/tags" Target="../tags/tag66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82.xml"/><Relationship Id="rId8" Type="http://schemas.openxmlformats.org/officeDocument/2006/relationships/tags" Target="../tags/tag81.xml"/><Relationship Id="rId7" Type="http://schemas.openxmlformats.org/officeDocument/2006/relationships/tags" Target="../tags/tag80.xml"/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7" Type="http://schemas.openxmlformats.org/officeDocument/2006/relationships/tags" Target="../tags/tag89.xml"/><Relationship Id="rId16" Type="http://schemas.openxmlformats.org/officeDocument/2006/relationships/tags" Target="../tags/tag88.xml"/><Relationship Id="rId15" Type="http://schemas.openxmlformats.org/officeDocument/2006/relationships/tags" Target="../tags/tag87.xml"/><Relationship Id="rId14" Type="http://schemas.openxmlformats.org/officeDocument/2006/relationships/tags" Target="../tags/tag86.xml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tags" Target="../tags/tag83.xml"/><Relationship Id="rId10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任意多边形 26"/>
          <p:cNvSpPr/>
          <p:nvPr userDrawn="1">
            <p:custDataLst>
              <p:tags r:id="rId2"/>
            </p:custDataLst>
          </p:nvPr>
        </p:nvSpPr>
        <p:spPr>
          <a:xfrm>
            <a:off x="4260123" y="0"/>
            <a:ext cx="4883877" cy="685800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0255" h="10800">
                <a:moveTo>
                  <a:pt x="0" y="0"/>
                </a:moveTo>
                <a:lnTo>
                  <a:pt x="10255" y="0"/>
                </a:lnTo>
                <a:lnTo>
                  <a:pt x="10255" y="10800"/>
                </a:lnTo>
                <a:lnTo>
                  <a:pt x="7586" y="10800"/>
                </a:lnTo>
                <a:lnTo>
                  <a:pt x="7456" y="10341"/>
                </a:lnTo>
                <a:cubicBezTo>
                  <a:pt x="6188" y="6265"/>
                  <a:pt x="3660" y="2745"/>
                  <a:pt x="327" y="237"/>
                </a:cubicBez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25000"/>
                </a:schemeClr>
              </a:gs>
            </a:gsLst>
            <a:lin ang="888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350">
              <a:sym typeface="+mn-lt"/>
            </a:endParaRPr>
          </a:p>
        </p:txBody>
      </p:sp>
      <p:sp>
        <p:nvSpPr>
          <p:cNvPr id="8" name="任意多边形: 形状 7"/>
          <p:cNvSpPr/>
          <p:nvPr userDrawn="1">
            <p:custDataLst>
              <p:tags r:id="rId3"/>
            </p:custDataLst>
          </p:nvPr>
        </p:nvSpPr>
        <p:spPr>
          <a:xfrm flipV="1">
            <a:off x="0" y="5487938"/>
            <a:ext cx="1375272" cy="1370062"/>
          </a:xfrm>
          <a:custGeom>
            <a:avLst/>
            <a:gdLst>
              <a:gd name="connsiteX0" fmla="*/ 0 w 2471453"/>
              <a:gd name="connsiteY0" fmla="*/ 0 h 1846568"/>
              <a:gd name="connsiteX1" fmla="*/ 2471453 w 2471453"/>
              <a:gd name="connsiteY1" fmla="*/ 0 h 1846568"/>
              <a:gd name="connsiteX2" fmla="*/ 2462477 w 2471453"/>
              <a:gd name="connsiteY2" fmla="*/ 34908 h 1846568"/>
              <a:gd name="connsiteX3" fmla="*/ 0 w 2471453"/>
              <a:gd name="connsiteY3" fmla="*/ 1846568 h 184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71453" h="1846568">
                <a:moveTo>
                  <a:pt x="0" y="0"/>
                </a:moveTo>
                <a:lnTo>
                  <a:pt x="2471453" y="0"/>
                </a:lnTo>
                <a:lnTo>
                  <a:pt x="2462477" y="34908"/>
                </a:lnTo>
                <a:cubicBezTo>
                  <a:pt x="2136022" y="1084493"/>
                  <a:pt x="1157008" y="1846568"/>
                  <a:pt x="0" y="1846568"/>
                </a:cubicBezTo>
                <a:close/>
              </a:path>
            </a:pathLst>
          </a:cu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4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350"/>
          </a:p>
        </p:txBody>
      </p:sp>
      <p:sp>
        <p:nvSpPr>
          <p:cNvPr id="12" name="任意多边形: 形状 11"/>
          <p:cNvSpPr/>
          <p:nvPr userDrawn="1">
            <p:custDataLst>
              <p:tags r:id="rId4"/>
            </p:custDataLst>
          </p:nvPr>
        </p:nvSpPr>
        <p:spPr>
          <a:xfrm>
            <a:off x="8299953" y="6065763"/>
            <a:ext cx="295169" cy="46506"/>
          </a:xfrm>
          <a:custGeom>
            <a:avLst/>
            <a:gdLst>
              <a:gd name="connsiteX0" fmla="*/ 362554 w 393558"/>
              <a:gd name="connsiteY0" fmla="*/ 0 h 62008"/>
              <a:gd name="connsiteX1" fmla="*/ 393558 w 393558"/>
              <a:gd name="connsiteY1" fmla="*/ 31004 h 62008"/>
              <a:gd name="connsiteX2" fmla="*/ 362554 w 393558"/>
              <a:gd name="connsiteY2" fmla="*/ 62008 h 62008"/>
              <a:gd name="connsiteX3" fmla="*/ 331550 w 393558"/>
              <a:gd name="connsiteY3" fmla="*/ 31004 h 62008"/>
              <a:gd name="connsiteX4" fmla="*/ 362554 w 393558"/>
              <a:gd name="connsiteY4" fmla="*/ 0 h 62008"/>
              <a:gd name="connsiteX5" fmla="*/ 252037 w 393558"/>
              <a:gd name="connsiteY5" fmla="*/ 0 h 62008"/>
              <a:gd name="connsiteX6" fmla="*/ 283041 w 393558"/>
              <a:gd name="connsiteY6" fmla="*/ 31004 h 62008"/>
              <a:gd name="connsiteX7" fmla="*/ 252037 w 393558"/>
              <a:gd name="connsiteY7" fmla="*/ 62008 h 62008"/>
              <a:gd name="connsiteX8" fmla="*/ 221033 w 393558"/>
              <a:gd name="connsiteY8" fmla="*/ 31004 h 62008"/>
              <a:gd name="connsiteX9" fmla="*/ 252037 w 393558"/>
              <a:gd name="connsiteY9" fmla="*/ 0 h 62008"/>
              <a:gd name="connsiteX10" fmla="*/ 141521 w 393558"/>
              <a:gd name="connsiteY10" fmla="*/ 0 h 62008"/>
              <a:gd name="connsiteX11" fmla="*/ 172525 w 393558"/>
              <a:gd name="connsiteY11" fmla="*/ 31004 h 62008"/>
              <a:gd name="connsiteX12" fmla="*/ 141521 w 393558"/>
              <a:gd name="connsiteY12" fmla="*/ 62008 h 62008"/>
              <a:gd name="connsiteX13" fmla="*/ 110517 w 393558"/>
              <a:gd name="connsiteY13" fmla="*/ 31004 h 62008"/>
              <a:gd name="connsiteX14" fmla="*/ 141521 w 393558"/>
              <a:gd name="connsiteY14" fmla="*/ 0 h 62008"/>
              <a:gd name="connsiteX15" fmla="*/ 31004 w 393558"/>
              <a:gd name="connsiteY15" fmla="*/ 0 h 62008"/>
              <a:gd name="connsiteX16" fmla="*/ 62008 w 393558"/>
              <a:gd name="connsiteY16" fmla="*/ 31004 h 62008"/>
              <a:gd name="connsiteX17" fmla="*/ 31004 w 393558"/>
              <a:gd name="connsiteY17" fmla="*/ 62008 h 62008"/>
              <a:gd name="connsiteX18" fmla="*/ 0 w 393558"/>
              <a:gd name="connsiteY18" fmla="*/ 31004 h 62008"/>
              <a:gd name="connsiteX19" fmla="*/ 31004 w 393558"/>
              <a:gd name="connsiteY19" fmla="*/ 0 h 62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3558" h="62008">
                <a:moveTo>
                  <a:pt x="362554" y="0"/>
                </a:moveTo>
                <a:cubicBezTo>
                  <a:pt x="379677" y="0"/>
                  <a:pt x="393558" y="13881"/>
                  <a:pt x="393558" y="31004"/>
                </a:cubicBezTo>
                <a:cubicBezTo>
                  <a:pt x="393558" y="48127"/>
                  <a:pt x="379677" y="62008"/>
                  <a:pt x="362554" y="62008"/>
                </a:cubicBezTo>
                <a:cubicBezTo>
                  <a:pt x="345431" y="62008"/>
                  <a:pt x="331550" y="48127"/>
                  <a:pt x="331550" y="31004"/>
                </a:cubicBezTo>
                <a:cubicBezTo>
                  <a:pt x="331550" y="13881"/>
                  <a:pt x="345431" y="0"/>
                  <a:pt x="362554" y="0"/>
                </a:cubicBezTo>
                <a:close/>
                <a:moveTo>
                  <a:pt x="252037" y="0"/>
                </a:moveTo>
                <a:cubicBezTo>
                  <a:pt x="269160" y="0"/>
                  <a:pt x="283041" y="13881"/>
                  <a:pt x="283041" y="31004"/>
                </a:cubicBezTo>
                <a:cubicBezTo>
                  <a:pt x="283041" y="48127"/>
                  <a:pt x="269160" y="62008"/>
                  <a:pt x="252037" y="62008"/>
                </a:cubicBezTo>
                <a:cubicBezTo>
                  <a:pt x="234914" y="62008"/>
                  <a:pt x="221033" y="48127"/>
                  <a:pt x="221033" y="31004"/>
                </a:cubicBezTo>
                <a:cubicBezTo>
                  <a:pt x="221033" y="13881"/>
                  <a:pt x="234914" y="0"/>
                  <a:pt x="252037" y="0"/>
                </a:cubicBezTo>
                <a:close/>
                <a:moveTo>
                  <a:pt x="141521" y="0"/>
                </a:moveTo>
                <a:cubicBezTo>
                  <a:pt x="158644" y="0"/>
                  <a:pt x="172525" y="13881"/>
                  <a:pt x="172525" y="31004"/>
                </a:cubicBezTo>
                <a:cubicBezTo>
                  <a:pt x="172525" y="48127"/>
                  <a:pt x="158644" y="62008"/>
                  <a:pt x="141521" y="62008"/>
                </a:cubicBezTo>
                <a:cubicBezTo>
                  <a:pt x="124398" y="62008"/>
                  <a:pt x="110517" y="48127"/>
                  <a:pt x="110517" y="31004"/>
                </a:cubicBezTo>
                <a:cubicBezTo>
                  <a:pt x="110517" y="13881"/>
                  <a:pt x="124398" y="0"/>
                  <a:pt x="141521" y="0"/>
                </a:cubicBezTo>
                <a:close/>
                <a:moveTo>
                  <a:pt x="31004" y="0"/>
                </a:moveTo>
                <a:cubicBezTo>
                  <a:pt x="48127" y="0"/>
                  <a:pt x="62008" y="13881"/>
                  <a:pt x="62008" y="31004"/>
                </a:cubicBezTo>
                <a:cubicBezTo>
                  <a:pt x="62008" y="48127"/>
                  <a:pt x="48127" y="62008"/>
                  <a:pt x="31004" y="62008"/>
                </a:cubicBezTo>
                <a:cubicBezTo>
                  <a:pt x="13881" y="62008"/>
                  <a:pt x="0" y="48127"/>
                  <a:pt x="0" y="31004"/>
                </a:cubicBezTo>
                <a:cubicBezTo>
                  <a:pt x="0" y="13881"/>
                  <a:pt x="13881" y="0"/>
                  <a:pt x="310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21" name="椭圆 20"/>
          <p:cNvSpPr/>
          <p:nvPr userDrawn="1">
            <p:custDataLst>
              <p:tags r:id="rId5"/>
            </p:custDataLst>
          </p:nvPr>
        </p:nvSpPr>
        <p:spPr>
          <a:xfrm>
            <a:off x="4974749" y="1702879"/>
            <a:ext cx="3502513" cy="3502508"/>
          </a:xfrm>
          <a:prstGeom prst="ellipse">
            <a:avLst/>
          </a:prstGeom>
          <a:noFill/>
          <a:ln w="9525" cap="flat">
            <a:solidFill>
              <a:schemeClr val="accent1">
                <a:lumMod val="20000"/>
                <a:lumOff val="8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noAutofit/>
          </a:bodyPr>
          <a:lstStyle/>
          <a:p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22" name="椭圆 21"/>
          <p:cNvSpPr/>
          <p:nvPr userDrawn="1">
            <p:custDataLst>
              <p:tags r:id="rId6"/>
            </p:custDataLst>
          </p:nvPr>
        </p:nvSpPr>
        <p:spPr>
          <a:xfrm>
            <a:off x="7441994" y="3875475"/>
            <a:ext cx="1107073" cy="110707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3" name="椭圆 22"/>
          <p:cNvSpPr/>
          <p:nvPr userDrawn="1">
            <p:custDataLst>
              <p:tags r:id="rId7"/>
            </p:custDataLst>
          </p:nvPr>
        </p:nvSpPr>
        <p:spPr>
          <a:xfrm>
            <a:off x="5200650" y="1928781"/>
            <a:ext cx="3050709" cy="3050705"/>
          </a:xfrm>
          <a:prstGeom prst="ellipse">
            <a:avLst/>
          </a:prstGeom>
          <a:gradFill>
            <a:gsLst>
              <a:gs pos="87000">
                <a:schemeClr val="accent1"/>
              </a:gs>
              <a:gs pos="74000">
                <a:schemeClr val="accent1">
                  <a:lumMod val="60000"/>
                  <a:lumOff val="40000"/>
                </a:schemeClr>
              </a:gs>
              <a:gs pos="21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9050" cap="flat">
            <a:solidFill>
              <a:schemeClr val="bg2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noAutofit/>
          </a:bodyPr>
          <a:lstStyle/>
          <a:p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25" name="椭圆 24"/>
          <p:cNvSpPr/>
          <p:nvPr userDrawn="1">
            <p:custDataLst>
              <p:tags r:id="rId8"/>
            </p:custDataLst>
          </p:nvPr>
        </p:nvSpPr>
        <p:spPr>
          <a:xfrm>
            <a:off x="5689700" y="5104552"/>
            <a:ext cx="469298" cy="46929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26" name="图片 25"/>
          <p:cNvPicPr>
            <a:picLocks noChangeAspect="1"/>
          </p:cNvPicPr>
          <p:nvPr userDrawn="1">
            <p:custDataLst>
              <p:tags r:id="rId9"/>
            </p:custDataLst>
          </p:nvPr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contrast="5000"/>
                    </a14:imgEffect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80202" y="994614"/>
            <a:ext cx="2088734" cy="3707502"/>
          </a:xfrm>
          <a:prstGeom prst="rect">
            <a:avLst/>
          </a:prstGeom>
        </p:spPr>
      </p:pic>
      <p:sp>
        <p:nvSpPr>
          <p:cNvPr id="13" name="椭圆 12"/>
          <p:cNvSpPr/>
          <p:nvPr userDrawn="1">
            <p:custDataLst>
              <p:tags r:id="rId12"/>
            </p:custDataLst>
          </p:nvPr>
        </p:nvSpPr>
        <p:spPr>
          <a:xfrm>
            <a:off x="7899935" y="1734278"/>
            <a:ext cx="154527" cy="154527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椭圆 14"/>
          <p:cNvSpPr/>
          <p:nvPr userDrawn="1">
            <p:custDataLst>
              <p:tags r:id="rId13"/>
            </p:custDataLst>
          </p:nvPr>
        </p:nvSpPr>
        <p:spPr>
          <a:xfrm>
            <a:off x="8414975" y="2184570"/>
            <a:ext cx="331940" cy="33194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4"/>
            </p:custDataLst>
          </p:nvPr>
        </p:nvSpPr>
        <p:spPr>
          <a:xfrm>
            <a:off x="628650" y="1565196"/>
            <a:ext cx="4346258" cy="2140744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3900" b="0"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>
              <a:latin typeface="+mj-lt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5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6"/>
            </p:custDataLst>
          </p:nvPr>
        </p:nvSpPr>
        <p:spPr>
          <a:xfrm>
            <a:off x="3028950" y="6401991"/>
            <a:ext cx="3086100" cy="273844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7"/>
            </p:custDataLst>
          </p:nvPr>
        </p:nvSpPr>
        <p:spPr>
          <a:xfrm>
            <a:off x="6457950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10" name="公司名占位符 6"/>
          <p:cNvSpPr>
            <a:spLocks noGrp="1"/>
          </p:cNvSpPr>
          <p:nvPr>
            <p:ph type="body" sz="quarter" idx="13" hasCustomPrompt="1"/>
            <p:custDataLst>
              <p:tags r:id="rId18"/>
            </p:custDataLst>
          </p:nvPr>
        </p:nvSpPr>
        <p:spPr>
          <a:xfrm>
            <a:off x="628648" y="567000"/>
            <a:ext cx="2160000" cy="378000"/>
          </a:xfrm>
        </p:spPr>
        <p:txBody>
          <a:bodyPr wrap="square" anchor="ctr">
            <a:normAutofit/>
          </a:bodyPr>
          <a:lstStyle>
            <a:lvl1pPr marL="0" indent="0">
              <a:lnSpc>
                <a:spcPct val="100000"/>
              </a:lnSpc>
              <a:buNone/>
              <a:defRPr sz="1350"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628648" y="4395540"/>
            <a:ext cx="2160000" cy="432000"/>
          </a:xfrm>
          <a:prstGeom prst="roundRect">
            <a:avLst>
              <a:gd name="adj" fmla="val 50000"/>
            </a:avLst>
          </a:prstGeom>
          <a:gradFill>
            <a:gsLst>
              <a:gs pos="69000">
                <a:schemeClr val="accent1"/>
              </a:gs>
              <a:gs pos="6000">
                <a:schemeClr val="accent2"/>
              </a:gs>
            </a:gsLst>
            <a:lin ang="2700000" scaled="1"/>
          </a:gradFill>
          <a:effectLst>
            <a:outerShdw blurRad="127000" dist="127000" dir="2700000" algn="tl" rotWithShape="0">
              <a:schemeClr val="accent1">
                <a:alpha val="30000"/>
              </a:schemeClr>
            </a:outerShdw>
          </a:effectLst>
        </p:spPr>
        <p:txBody>
          <a:bodyPr wrap="square" rtlCol="0" anchor="ctr" anchorCtr="1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350" b="1" dirty="0">
                <a:solidFill>
                  <a:srgbClr val="FFFFFF"/>
                </a:solidFill>
                <a:latin typeface="+mn-lt"/>
              </a:defRPr>
            </a:lvl1pPr>
          </a:lstStyle>
          <a:p>
            <a:pPr marL="0" lvl="0" algn="ctr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21970" y="450000"/>
            <a:ext cx="8100000" cy="540000"/>
          </a:xfrm>
        </p:spPr>
        <p:txBody>
          <a:bodyPr wrap="square">
            <a:normAutofit/>
          </a:bodyPr>
          <a:lstStyle>
            <a:lvl1pPr>
              <a:defRPr>
                <a:latin typeface="+mj-lt"/>
                <a:cs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>
          <a:xfrm>
            <a:off x="521970" y="1910952"/>
            <a:ext cx="8100000" cy="3655219"/>
          </a:xfrm>
        </p:spPr>
        <p:txBody>
          <a:bodyPr wrap="square">
            <a:normAutofit/>
          </a:bodyPr>
          <a:lstStyle>
            <a:lvl1pPr>
              <a:defRPr sz="1500">
                <a:latin typeface="+mn-lt"/>
                <a:cs typeface="+mn-lt"/>
              </a:defRPr>
            </a:lvl1pPr>
            <a:lvl2pPr>
              <a:defRPr sz="135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050">
                <a:latin typeface="+mn-lt"/>
              </a:defRPr>
            </a:lvl4pPr>
            <a:lvl5pPr>
              <a:defRPr sz="900">
                <a:latin typeface="+mn-lt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350">
              <a:sym typeface="+mn-lt"/>
            </a:endParaRPr>
          </a:p>
        </p:txBody>
      </p:sp>
      <p:sp>
        <p:nvSpPr>
          <p:cNvPr id="3" name="矩形: 圆顶角 2"/>
          <p:cNvSpPr/>
          <p:nvPr userDrawn="1">
            <p:custDataLst>
              <p:tags r:id="rId3"/>
            </p:custDataLst>
          </p:nvPr>
        </p:nvSpPr>
        <p:spPr>
          <a:xfrm>
            <a:off x="0" y="6315075"/>
            <a:ext cx="9144000" cy="542925"/>
          </a:xfrm>
          <a:prstGeom prst="round2SameRect">
            <a:avLst>
              <a:gd name="adj1" fmla="val 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4" name="图片 3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468484" y="0"/>
            <a:ext cx="1675517" cy="2054789"/>
          </a:xfrm>
          <a:prstGeom prst="rect">
            <a:avLst/>
          </a:prstGeom>
        </p:spPr>
      </p:pic>
      <p:sp>
        <p:nvSpPr>
          <p:cNvPr id="6" name="任意多边形: 形状 5"/>
          <p:cNvSpPr/>
          <p:nvPr userDrawn="1">
            <p:custDataLst>
              <p:tags r:id="rId6"/>
            </p:custDataLst>
          </p:nvPr>
        </p:nvSpPr>
        <p:spPr>
          <a:xfrm>
            <a:off x="0" y="0"/>
            <a:ext cx="725794" cy="967725"/>
          </a:xfrm>
          <a:custGeom>
            <a:avLst/>
            <a:gdLst>
              <a:gd name="connsiteX0" fmla="*/ 0 w 900113"/>
              <a:gd name="connsiteY0" fmla="*/ 0 h 900113"/>
              <a:gd name="connsiteX1" fmla="*/ 900113 w 900113"/>
              <a:gd name="connsiteY1" fmla="*/ 0 h 900113"/>
              <a:gd name="connsiteX2" fmla="*/ 0 w 900113"/>
              <a:gd name="connsiteY2" fmla="*/ 900113 h 900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0113" h="900113">
                <a:moveTo>
                  <a:pt x="0" y="0"/>
                </a:moveTo>
                <a:lnTo>
                  <a:pt x="900113" y="0"/>
                </a:lnTo>
                <a:cubicBezTo>
                  <a:pt x="900113" y="497119"/>
                  <a:pt x="497119" y="900113"/>
                  <a:pt x="0" y="900113"/>
                </a:cubicBezTo>
                <a:close/>
              </a:path>
            </a:pathLst>
          </a:cu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4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350">
              <a:sym typeface="+mn-lt"/>
            </a:endParaRPr>
          </a:p>
        </p:txBody>
      </p:sp>
      <p:sp>
        <p:nvSpPr>
          <p:cNvPr id="12" name="任意多边形: 形状 11"/>
          <p:cNvSpPr/>
          <p:nvPr userDrawn="1">
            <p:custDataLst>
              <p:tags r:id="rId7"/>
            </p:custDataLst>
          </p:nvPr>
        </p:nvSpPr>
        <p:spPr>
          <a:xfrm>
            <a:off x="8252328" y="6563283"/>
            <a:ext cx="295169" cy="46506"/>
          </a:xfrm>
          <a:custGeom>
            <a:avLst/>
            <a:gdLst>
              <a:gd name="connsiteX0" fmla="*/ 362554 w 393558"/>
              <a:gd name="connsiteY0" fmla="*/ 0 h 62008"/>
              <a:gd name="connsiteX1" fmla="*/ 393558 w 393558"/>
              <a:gd name="connsiteY1" fmla="*/ 31004 h 62008"/>
              <a:gd name="connsiteX2" fmla="*/ 362554 w 393558"/>
              <a:gd name="connsiteY2" fmla="*/ 62008 h 62008"/>
              <a:gd name="connsiteX3" fmla="*/ 331550 w 393558"/>
              <a:gd name="connsiteY3" fmla="*/ 31004 h 62008"/>
              <a:gd name="connsiteX4" fmla="*/ 362554 w 393558"/>
              <a:gd name="connsiteY4" fmla="*/ 0 h 62008"/>
              <a:gd name="connsiteX5" fmla="*/ 252037 w 393558"/>
              <a:gd name="connsiteY5" fmla="*/ 0 h 62008"/>
              <a:gd name="connsiteX6" fmla="*/ 283041 w 393558"/>
              <a:gd name="connsiteY6" fmla="*/ 31004 h 62008"/>
              <a:gd name="connsiteX7" fmla="*/ 252037 w 393558"/>
              <a:gd name="connsiteY7" fmla="*/ 62008 h 62008"/>
              <a:gd name="connsiteX8" fmla="*/ 221033 w 393558"/>
              <a:gd name="connsiteY8" fmla="*/ 31004 h 62008"/>
              <a:gd name="connsiteX9" fmla="*/ 252037 w 393558"/>
              <a:gd name="connsiteY9" fmla="*/ 0 h 62008"/>
              <a:gd name="connsiteX10" fmla="*/ 141521 w 393558"/>
              <a:gd name="connsiteY10" fmla="*/ 0 h 62008"/>
              <a:gd name="connsiteX11" fmla="*/ 172525 w 393558"/>
              <a:gd name="connsiteY11" fmla="*/ 31004 h 62008"/>
              <a:gd name="connsiteX12" fmla="*/ 141521 w 393558"/>
              <a:gd name="connsiteY12" fmla="*/ 62008 h 62008"/>
              <a:gd name="connsiteX13" fmla="*/ 110517 w 393558"/>
              <a:gd name="connsiteY13" fmla="*/ 31004 h 62008"/>
              <a:gd name="connsiteX14" fmla="*/ 141521 w 393558"/>
              <a:gd name="connsiteY14" fmla="*/ 0 h 62008"/>
              <a:gd name="connsiteX15" fmla="*/ 31004 w 393558"/>
              <a:gd name="connsiteY15" fmla="*/ 0 h 62008"/>
              <a:gd name="connsiteX16" fmla="*/ 62008 w 393558"/>
              <a:gd name="connsiteY16" fmla="*/ 31004 h 62008"/>
              <a:gd name="connsiteX17" fmla="*/ 31004 w 393558"/>
              <a:gd name="connsiteY17" fmla="*/ 62008 h 62008"/>
              <a:gd name="connsiteX18" fmla="*/ 0 w 393558"/>
              <a:gd name="connsiteY18" fmla="*/ 31004 h 62008"/>
              <a:gd name="connsiteX19" fmla="*/ 31004 w 393558"/>
              <a:gd name="connsiteY19" fmla="*/ 0 h 62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3558" h="62008">
                <a:moveTo>
                  <a:pt x="362554" y="0"/>
                </a:moveTo>
                <a:cubicBezTo>
                  <a:pt x="379677" y="0"/>
                  <a:pt x="393558" y="13881"/>
                  <a:pt x="393558" y="31004"/>
                </a:cubicBezTo>
                <a:cubicBezTo>
                  <a:pt x="393558" y="48127"/>
                  <a:pt x="379677" y="62008"/>
                  <a:pt x="362554" y="62008"/>
                </a:cubicBezTo>
                <a:cubicBezTo>
                  <a:pt x="345431" y="62008"/>
                  <a:pt x="331550" y="48127"/>
                  <a:pt x="331550" y="31004"/>
                </a:cubicBezTo>
                <a:cubicBezTo>
                  <a:pt x="331550" y="13881"/>
                  <a:pt x="345431" y="0"/>
                  <a:pt x="362554" y="0"/>
                </a:cubicBezTo>
                <a:close/>
                <a:moveTo>
                  <a:pt x="252037" y="0"/>
                </a:moveTo>
                <a:cubicBezTo>
                  <a:pt x="269160" y="0"/>
                  <a:pt x="283041" y="13881"/>
                  <a:pt x="283041" y="31004"/>
                </a:cubicBezTo>
                <a:cubicBezTo>
                  <a:pt x="283041" y="48127"/>
                  <a:pt x="269160" y="62008"/>
                  <a:pt x="252037" y="62008"/>
                </a:cubicBezTo>
                <a:cubicBezTo>
                  <a:pt x="234914" y="62008"/>
                  <a:pt x="221033" y="48127"/>
                  <a:pt x="221033" y="31004"/>
                </a:cubicBezTo>
                <a:cubicBezTo>
                  <a:pt x="221033" y="13881"/>
                  <a:pt x="234914" y="0"/>
                  <a:pt x="252037" y="0"/>
                </a:cubicBezTo>
                <a:close/>
                <a:moveTo>
                  <a:pt x="141521" y="0"/>
                </a:moveTo>
                <a:cubicBezTo>
                  <a:pt x="158644" y="0"/>
                  <a:pt x="172525" y="13881"/>
                  <a:pt x="172525" y="31004"/>
                </a:cubicBezTo>
                <a:cubicBezTo>
                  <a:pt x="172525" y="48127"/>
                  <a:pt x="158644" y="62008"/>
                  <a:pt x="141521" y="62008"/>
                </a:cubicBezTo>
                <a:cubicBezTo>
                  <a:pt x="124398" y="62008"/>
                  <a:pt x="110517" y="48127"/>
                  <a:pt x="110517" y="31004"/>
                </a:cubicBezTo>
                <a:cubicBezTo>
                  <a:pt x="110517" y="13881"/>
                  <a:pt x="124398" y="0"/>
                  <a:pt x="141521" y="0"/>
                </a:cubicBezTo>
                <a:close/>
                <a:moveTo>
                  <a:pt x="31004" y="0"/>
                </a:moveTo>
                <a:cubicBezTo>
                  <a:pt x="48127" y="0"/>
                  <a:pt x="62008" y="13881"/>
                  <a:pt x="62008" y="31004"/>
                </a:cubicBezTo>
                <a:cubicBezTo>
                  <a:pt x="62008" y="48127"/>
                  <a:pt x="48127" y="62008"/>
                  <a:pt x="31004" y="62008"/>
                </a:cubicBezTo>
                <a:cubicBezTo>
                  <a:pt x="13881" y="62008"/>
                  <a:pt x="0" y="48127"/>
                  <a:pt x="0" y="31004"/>
                </a:cubicBezTo>
                <a:cubicBezTo>
                  <a:pt x="0" y="13881"/>
                  <a:pt x="13881" y="0"/>
                  <a:pt x="31004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cxnSp>
        <p:nvCxnSpPr>
          <p:cNvPr id="13" name="直接连接符 12"/>
          <p:cNvCxnSpPr/>
          <p:nvPr userDrawn="1">
            <p:custDataLst>
              <p:tags r:id="rId8"/>
            </p:custDataLst>
          </p:nvPr>
        </p:nvCxnSpPr>
        <p:spPr>
          <a:xfrm>
            <a:off x="594316" y="6586536"/>
            <a:ext cx="743337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2"/>
            </p:custDataLst>
          </p:nvPr>
        </p:nvSpPr>
        <p:spPr>
          <a:xfrm>
            <a:off x="630079" y="890191"/>
            <a:ext cx="3580448" cy="811054"/>
          </a:xfrm>
        </p:spPr>
        <p:txBody>
          <a:bodyPr wrap="square" anchor="ctr" anchorCtr="0">
            <a:normAutofit/>
          </a:bodyPr>
          <a:lstStyle>
            <a:lvl1pPr>
              <a:defRPr sz="4500" b="0"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350">
              <a:sym typeface="+mn-lt"/>
            </a:endParaRPr>
          </a:p>
        </p:txBody>
      </p:sp>
      <p:sp>
        <p:nvSpPr>
          <p:cNvPr id="7" name="任意多边形: 形状 6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734713" cy="1728142"/>
          </a:xfrm>
          <a:custGeom>
            <a:avLst/>
            <a:gdLst>
              <a:gd name="connsiteX0" fmla="*/ 0 w 2471453"/>
              <a:gd name="connsiteY0" fmla="*/ 0 h 1846568"/>
              <a:gd name="connsiteX1" fmla="*/ 2471453 w 2471453"/>
              <a:gd name="connsiteY1" fmla="*/ 0 h 1846568"/>
              <a:gd name="connsiteX2" fmla="*/ 2462477 w 2471453"/>
              <a:gd name="connsiteY2" fmla="*/ 34908 h 1846568"/>
              <a:gd name="connsiteX3" fmla="*/ 0 w 2471453"/>
              <a:gd name="connsiteY3" fmla="*/ 1846568 h 184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71453" h="1846568">
                <a:moveTo>
                  <a:pt x="0" y="0"/>
                </a:moveTo>
                <a:lnTo>
                  <a:pt x="2471453" y="0"/>
                </a:lnTo>
                <a:lnTo>
                  <a:pt x="2462477" y="34908"/>
                </a:lnTo>
                <a:cubicBezTo>
                  <a:pt x="2136022" y="1084493"/>
                  <a:pt x="1157008" y="1846568"/>
                  <a:pt x="0" y="1846568"/>
                </a:cubicBezTo>
                <a:close/>
              </a:path>
            </a:pathLst>
          </a:cu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4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350"/>
          </a:p>
        </p:txBody>
      </p:sp>
      <p:sp>
        <p:nvSpPr>
          <p:cNvPr id="10" name="任意多边形: 形状 9"/>
          <p:cNvSpPr/>
          <p:nvPr userDrawn="1">
            <p:custDataLst>
              <p:tags r:id="rId4"/>
            </p:custDataLst>
          </p:nvPr>
        </p:nvSpPr>
        <p:spPr>
          <a:xfrm flipH="1">
            <a:off x="6330581" y="0"/>
            <a:ext cx="2813419" cy="6857999"/>
          </a:xfrm>
          <a:custGeom>
            <a:avLst/>
            <a:gdLst>
              <a:gd name="connsiteX0" fmla="*/ 3003994 w 3751225"/>
              <a:gd name="connsiteY0" fmla="*/ 0 h 6857999"/>
              <a:gd name="connsiteX1" fmla="*/ 0 w 3751225"/>
              <a:gd name="connsiteY1" fmla="*/ 0 h 6857999"/>
              <a:gd name="connsiteX2" fmla="*/ 0 w 3751225"/>
              <a:gd name="connsiteY2" fmla="*/ 6857999 h 6857999"/>
              <a:gd name="connsiteX3" fmla="*/ 3020110 w 3751225"/>
              <a:gd name="connsiteY3" fmla="*/ 6857999 h 6857999"/>
              <a:gd name="connsiteX4" fmla="*/ 3057986 w 3751225"/>
              <a:gd name="connsiteY4" fmla="*/ 6775236 h 6857999"/>
              <a:gd name="connsiteX5" fmla="*/ 3751225 w 3751225"/>
              <a:gd name="connsiteY5" fmla="*/ 3446609 h 6857999"/>
              <a:gd name="connsiteX6" fmla="*/ 3057986 w 3751225"/>
              <a:gd name="connsiteY6" fmla="*/ 11798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751225" h="6857999">
                <a:moveTo>
                  <a:pt x="3003994" y="0"/>
                </a:moveTo>
                <a:lnTo>
                  <a:pt x="0" y="0"/>
                </a:lnTo>
                <a:lnTo>
                  <a:pt x="0" y="6857999"/>
                </a:lnTo>
                <a:lnTo>
                  <a:pt x="3020110" y="6857999"/>
                </a:lnTo>
                <a:lnTo>
                  <a:pt x="3057986" y="6775236"/>
                </a:lnTo>
                <a:cubicBezTo>
                  <a:pt x="3503852" y="5756057"/>
                  <a:pt x="3751225" y="4630222"/>
                  <a:pt x="3751225" y="3446609"/>
                </a:cubicBezTo>
                <a:cubicBezTo>
                  <a:pt x="3751225" y="2262995"/>
                  <a:pt x="3503852" y="1137160"/>
                  <a:pt x="3057986" y="1179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1" name="任意多边形: 形状 10"/>
          <p:cNvSpPr/>
          <p:nvPr userDrawn="1">
            <p:custDataLst>
              <p:tags r:id="rId5"/>
            </p:custDataLst>
          </p:nvPr>
        </p:nvSpPr>
        <p:spPr>
          <a:xfrm>
            <a:off x="548879" y="1403747"/>
            <a:ext cx="8046244" cy="4050506"/>
          </a:xfrm>
          <a:custGeom>
            <a:avLst/>
            <a:gdLst>
              <a:gd name="connsiteX0" fmla="*/ 0 w 10559537"/>
              <a:gd name="connsiteY0" fmla="*/ 0 h 5400675"/>
              <a:gd name="connsiteX1" fmla="*/ 624106 w 10559537"/>
              <a:gd name="connsiteY1" fmla="*/ 0 h 5400675"/>
              <a:gd name="connsiteX2" fmla="*/ 3437690 w 10559537"/>
              <a:gd name="connsiteY2" fmla="*/ 0 h 5400675"/>
              <a:gd name="connsiteX3" fmla="*/ 10053980 w 10559537"/>
              <a:gd name="connsiteY3" fmla="*/ 0 h 5400675"/>
              <a:gd name="connsiteX4" fmla="*/ 10559537 w 10559537"/>
              <a:gd name="connsiteY4" fmla="*/ 505557 h 5400675"/>
              <a:gd name="connsiteX5" fmla="*/ 10559537 w 10559537"/>
              <a:gd name="connsiteY5" fmla="*/ 4895118 h 5400675"/>
              <a:gd name="connsiteX6" fmla="*/ 10053980 w 10559537"/>
              <a:gd name="connsiteY6" fmla="*/ 5400675 h 5400675"/>
              <a:gd name="connsiteX7" fmla="*/ 3437690 w 10559537"/>
              <a:gd name="connsiteY7" fmla="*/ 5400675 h 5400675"/>
              <a:gd name="connsiteX8" fmla="*/ 624106 w 10559537"/>
              <a:gd name="connsiteY8" fmla="*/ 5400675 h 5400675"/>
              <a:gd name="connsiteX9" fmla="*/ 0 w 10559537"/>
              <a:gd name="connsiteY9" fmla="*/ 5400675 h 5400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559537" h="5400675">
                <a:moveTo>
                  <a:pt x="0" y="0"/>
                </a:moveTo>
                <a:lnTo>
                  <a:pt x="624106" y="0"/>
                </a:lnTo>
                <a:lnTo>
                  <a:pt x="3437690" y="0"/>
                </a:lnTo>
                <a:lnTo>
                  <a:pt x="10053980" y="0"/>
                </a:lnTo>
                <a:cubicBezTo>
                  <a:pt x="10333191" y="0"/>
                  <a:pt x="10559537" y="226346"/>
                  <a:pt x="10559537" y="505557"/>
                </a:cubicBezTo>
                <a:lnTo>
                  <a:pt x="10559537" y="4895118"/>
                </a:lnTo>
                <a:cubicBezTo>
                  <a:pt x="10559537" y="5174329"/>
                  <a:pt x="10333191" y="5400675"/>
                  <a:pt x="10053980" y="5400675"/>
                </a:cubicBezTo>
                <a:lnTo>
                  <a:pt x="3437690" y="5400675"/>
                </a:lnTo>
                <a:lnTo>
                  <a:pt x="624106" y="5400675"/>
                </a:lnTo>
                <a:lnTo>
                  <a:pt x="0" y="5400675"/>
                </a:lnTo>
                <a:close/>
              </a:path>
            </a:pathLst>
          </a:custGeom>
          <a:gradFill>
            <a:gsLst>
              <a:gs pos="93000">
                <a:schemeClr val="bg2">
                  <a:lumMod val="10000"/>
                  <a:lumOff val="90000"/>
                </a:schemeClr>
              </a:gs>
              <a:gs pos="14000">
                <a:schemeClr val="bg2">
                  <a:lumMod val="10000"/>
                  <a:lumOff val="90000"/>
                </a:schemeClr>
              </a:gs>
            </a:gsLst>
            <a:lin ang="13500000" scaled="0"/>
          </a:gradFill>
          <a:ln>
            <a:noFill/>
          </a:ln>
          <a:effectLst>
            <a:outerShdw blurRad="381000" dist="635000" dir="5400000" sx="90000" sy="90000" algn="t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pic>
        <p:nvPicPr>
          <p:cNvPr id="12" name="图片 11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5381107" y="1345172"/>
            <a:ext cx="3223540" cy="3699068"/>
          </a:xfrm>
          <a:prstGeom prst="rect">
            <a:avLst/>
          </a:prstGeom>
        </p:spPr>
      </p:pic>
      <p:cxnSp>
        <p:nvCxnSpPr>
          <p:cNvPr id="13" name="直接连接符 12"/>
          <p:cNvCxnSpPr/>
          <p:nvPr userDrawn="1">
            <p:custDataLst>
              <p:tags r:id="rId8"/>
            </p:custDataLst>
          </p:nvPr>
        </p:nvCxnSpPr>
        <p:spPr>
          <a:xfrm>
            <a:off x="1382454" y="5455572"/>
            <a:ext cx="5621359" cy="0"/>
          </a:xfrm>
          <a:prstGeom prst="line">
            <a:avLst/>
          </a:prstGeom>
          <a:ln>
            <a:solidFill>
              <a:schemeClr val="accent1">
                <a:alpha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任意多边形: 形状 13"/>
          <p:cNvSpPr/>
          <p:nvPr userDrawn="1">
            <p:custDataLst>
              <p:tags r:id="rId9"/>
            </p:custDataLst>
          </p:nvPr>
        </p:nvSpPr>
        <p:spPr>
          <a:xfrm>
            <a:off x="7512316" y="5432319"/>
            <a:ext cx="295169" cy="46506"/>
          </a:xfrm>
          <a:custGeom>
            <a:avLst/>
            <a:gdLst>
              <a:gd name="connsiteX0" fmla="*/ 362554 w 393558"/>
              <a:gd name="connsiteY0" fmla="*/ 0 h 62008"/>
              <a:gd name="connsiteX1" fmla="*/ 393558 w 393558"/>
              <a:gd name="connsiteY1" fmla="*/ 31004 h 62008"/>
              <a:gd name="connsiteX2" fmla="*/ 362554 w 393558"/>
              <a:gd name="connsiteY2" fmla="*/ 62008 h 62008"/>
              <a:gd name="connsiteX3" fmla="*/ 331550 w 393558"/>
              <a:gd name="connsiteY3" fmla="*/ 31004 h 62008"/>
              <a:gd name="connsiteX4" fmla="*/ 362554 w 393558"/>
              <a:gd name="connsiteY4" fmla="*/ 0 h 62008"/>
              <a:gd name="connsiteX5" fmla="*/ 252037 w 393558"/>
              <a:gd name="connsiteY5" fmla="*/ 0 h 62008"/>
              <a:gd name="connsiteX6" fmla="*/ 283041 w 393558"/>
              <a:gd name="connsiteY6" fmla="*/ 31004 h 62008"/>
              <a:gd name="connsiteX7" fmla="*/ 252037 w 393558"/>
              <a:gd name="connsiteY7" fmla="*/ 62008 h 62008"/>
              <a:gd name="connsiteX8" fmla="*/ 221033 w 393558"/>
              <a:gd name="connsiteY8" fmla="*/ 31004 h 62008"/>
              <a:gd name="connsiteX9" fmla="*/ 252037 w 393558"/>
              <a:gd name="connsiteY9" fmla="*/ 0 h 62008"/>
              <a:gd name="connsiteX10" fmla="*/ 141521 w 393558"/>
              <a:gd name="connsiteY10" fmla="*/ 0 h 62008"/>
              <a:gd name="connsiteX11" fmla="*/ 172525 w 393558"/>
              <a:gd name="connsiteY11" fmla="*/ 31004 h 62008"/>
              <a:gd name="connsiteX12" fmla="*/ 141521 w 393558"/>
              <a:gd name="connsiteY12" fmla="*/ 62008 h 62008"/>
              <a:gd name="connsiteX13" fmla="*/ 110517 w 393558"/>
              <a:gd name="connsiteY13" fmla="*/ 31004 h 62008"/>
              <a:gd name="connsiteX14" fmla="*/ 141521 w 393558"/>
              <a:gd name="connsiteY14" fmla="*/ 0 h 62008"/>
              <a:gd name="connsiteX15" fmla="*/ 31004 w 393558"/>
              <a:gd name="connsiteY15" fmla="*/ 0 h 62008"/>
              <a:gd name="connsiteX16" fmla="*/ 62008 w 393558"/>
              <a:gd name="connsiteY16" fmla="*/ 31004 h 62008"/>
              <a:gd name="connsiteX17" fmla="*/ 31004 w 393558"/>
              <a:gd name="connsiteY17" fmla="*/ 62008 h 62008"/>
              <a:gd name="connsiteX18" fmla="*/ 0 w 393558"/>
              <a:gd name="connsiteY18" fmla="*/ 31004 h 62008"/>
              <a:gd name="connsiteX19" fmla="*/ 31004 w 393558"/>
              <a:gd name="connsiteY19" fmla="*/ 0 h 62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3558" h="62008">
                <a:moveTo>
                  <a:pt x="362554" y="0"/>
                </a:moveTo>
                <a:cubicBezTo>
                  <a:pt x="379677" y="0"/>
                  <a:pt x="393558" y="13881"/>
                  <a:pt x="393558" y="31004"/>
                </a:cubicBezTo>
                <a:cubicBezTo>
                  <a:pt x="393558" y="48127"/>
                  <a:pt x="379677" y="62008"/>
                  <a:pt x="362554" y="62008"/>
                </a:cubicBezTo>
                <a:cubicBezTo>
                  <a:pt x="345431" y="62008"/>
                  <a:pt x="331550" y="48127"/>
                  <a:pt x="331550" y="31004"/>
                </a:cubicBezTo>
                <a:cubicBezTo>
                  <a:pt x="331550" y="13881"/>
                  <a:pt x="345431" y="0"/>
                  <a:pt x="362554" y="0"/>
                </a:cubicBezTo>
                <a:close/>
                <a:moveTo>
                  <a:pt x="252037" y="0"/>
                </a:moveTo>
                <a:cubicBezTo>
                  <a:pt x="269160" y="0"/>
                  <a:pt x="283041" y="13881"/>
                  <a:pt x="283041" y="31004"/>
                </a:cubicBezTo>
                <a:cubicBezTo>
                  <a:pt x="283041" y="48127"/>
                  <a:pt x="269160" y="62008"/>
                  <a:pt x="252037" y="62008"/>
                </a:cubicBezTo>
                <a:cubicBezTo>
                  <a:pt x="234914" y="62008"/>
                  <a:pt x="221033" y="48127"/>
                  <a:pt x="221033" y="31004"/>
                </a:cubicBezTo>
                <a:cubicBezTo>
                  <a:pt x="221033" y="13881"/>
                  <a:pt x="234914" y="0"/>
                  <a:pt x="252037" y="0"/>
                </a:cubicBezTo>
                <a:close/>
                <a:moveTo>
                  <a:pt x="141521" y="0"/>
                </a:moveTo>
                <a:cubicBezTo>
                  <a:pt x="158644" y="0"/>
                  <a:pt x="172525" y="13881"/>
                  <a:pt x="172525" y="31004"/>
                </a:cubicBezTo>
                <a:cubicBezTo>
                  <a:pt x="172525" y="48127"/>
                  <a:pt x="158644" y="62008"/>
                  <a:pt x="141521" y="62008"/>
                </a:cubicBezTo>
                <a:cubicBezTo>
                  <a:pt x="124398" y="62008"/>
                  <a:pt x="110517" y="48127"/>
                  <a:pt x="110517" y="31004"/>
                </a:cubicBezTo>
                <a:cubicBezTo>
                  <a:pt x="110517" y="13881"/>
                  <a:pt x="124398" y="0"/>
                  <a:pt x="141521" y="0"/>
                </a:cubicBezTo>
                <a:close/>
                <a:moveTo>
                  <a:pt x="31004" y="0"/>
                </a:moveTo>
                <a:cubicBezTo>
                  <a:pt x="48127" y="0"/>
                  <a:pt x="62008" y="13881"/>
                  <a:pt x="62008" y="31004"/>
                </a:cubicBezTo>
                <a:cubicBezTo>
                  <a:pt x="62008" y="48127"/>
                  <a:pt x="48127" y="62008"/>
                  <a:pt x="31004" y="62008"/>
                </a:cubicBezTo>
                <a:cubicBezTo>
                  <a:pt x="13881" y="62008"/>
                  <a:pt x="0" y="48127"/>
                  <a:pt x="0" y="31004"/>
                </a:cubicBezTo>
                <a:cubicBezTo>
                  <a:pt x="0" y="13881"/>
                  <a:pt x="13881" y="0"/>
                  <a:pt x="310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7" name="任意多边形: 形状 16"/>
          <p:cNvSpPr/>
          <p:nvPr userDrawn="1">
            <p:custDataLst>
              <p:tags r:id="rId10"/>
            </p:custDataLst>
          </p:nvPr>
        </p:nvSpPr>
        <p:spPr>
          <a:xfrm rot="16200000">
            <a:off x="245898" y="3247846"/>
            <a:ext cx="362309" cy="57083"/>
          </a:xfrm>
          <a:custGeom>
            <a:avLst/>
            <a:gdLst>
              <a:gd name="connsiteX0" fmla="*/ 362554 w 393558"/>
              <a:gd name="connsiteY0" fmla="*/ 0 h 62008"/>
              <a:gd name="connsiteX1" fmla="*/ 393558 w 393558"/>
              <a:gd name="connsiteY1" fmla="*/ 31004 h 62008"/>
              <a:gd name="connsiteX2" fmla="*/ 362554 w 393558"/>
              <a:gd name="connsiteY2" fmla="*/ 62008 h 62008"/>
              <a:gd name="connsiteX3" fmla="*/ 331550 w 393558"/>
              <a:gd name="connsiteY3" fmla="*/ 31004 h 62008"/>
              <a:gd name="connsiteX4" fmla="*/ 362554 w 393558"/>
              <a:gd name="connsiteY4" fmla="*/ 0 h 62008"/>
              <a:gd name="connsiteX5" fmla="*/ 252037 w 393558"/>
              <a:gd name="connsiteY5" fmla="*/ 0 h 62008"/>
              <a:gd name="connsiteX6" fmla="*/ 283041 w 393558"/>
              <a:gd name="connsiteY6" fmla="*/ 31004 h 62008"/>
              <a:gd name="connsiteX7" fmla="*/ 252037 w 393558"/>
              <a:gd name="connsiteY7" fmla="*/ 62008 h 62008"/>
              <a:gd name="connsiteX8" fmla="*/ 221033 w 393558"/>
              <a:gd name="connsiteY8" fmla="*/ 31004 h 62008"/>
              <a:gd name="connsiteX9" fmla="*/ 252037 w 393558"/>
              <a:gd name="connsiteY9" fmla="*/ 0 h 62008"/>
              <a:gd name="connsiteX10" fmla="*/ 141521 w 393558"/>
              <a:gd name="connsiteY10" fmla="*/ 0 h 62008"/>
              <a:gd name="connsiteX11" fmla="*/ 172525 w 393558"/>
              <a:gd name="connsiteY11" fmla="*/ 31004 h 62008"/>
              <a:gd name="connsiteX12" fmla="*/ 141521 w 393558"/>
              <a:gd name="connsiteY12" fmla="*/ 62008 h 62008"/>
              <a:gd name="connsiteX13" fmla="*/ 110517 w 393558"/>
              <a:gd name="connsiteY13" fmla="*/ 31004 h 62008"/>
              <a:gd name="connsiteX14" fmla="*/ 141521 w 393558"/>
              <a:gd name="connsiteY14" fmla="*/ 0 h 62008"/>
              <a:gd name="connsiteX15" fmla="*/ 31004 w 393558"/>
              <a:gd name="connsiteY15" fmla="*/ 0 h 62008"/>
              <a:gd name="connsiteX16" fmla="*/ 62008 w 393558"/>
              <a:gd name="connsiteY16" fmla="*/ 31004 h 62008"/>
              <a:gd name="connsiteX17" fmla="*/ 31004 w 393558"/>
              <a:gd name="connsiteY17" fmla="*/ 62008 h 62008"/>
              <a:gd name="connsiteX18" fmla="*/ 0 w 393558"/>
              <a:gd name="connsiteY18" fmla="*/ 31004 h 62008"/>
              <a:gd name="connsiteX19" fmla="*/ 31004 w 393558"/>
              <a:gd name="connsiteY19" fmla="*/ 0 h 62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3558" h="62008">
                <a:moveTo>
                  <a:pt x="362554" y="0"/>
                </a:moveTo>
                <a:cubicBezTo>
                  <a:pt x="379677" y="0"/>
                  <a:pt x="393558" y="13881"/>
                  <a:pt x="393558" y="31004"/>
                </a:cubicBezTo>
                <a:cubicBezTo>
                  <a:pt x="393558" y="48127"/>
                  <a:pt x="379677" y="62008"/>
                  <a:pt x="362554" y="62008"/>
                </a:cubicBezTo>
                <a:cubicBezTo>
                  <a:pt x="345431" y="62008"/>
                  <a:pt x="331550" y="48127"/>
                  <a:pt x="331550" y="31004"/>
                </a:cubicBezTo>
                <a:cubicBezTo>
                  <a:pt x="331550" y="13881"/>
                  <a:pt x="345431" y="0"/>
                  <a:pt x="362554" y="0"/>
                </a:cubicBezTo>
                <a:close/>
                <a:moveTo>
                  <a:pt x="252037" y="0"/>
                </a:moveTo>
                <a:cubicBezTo>
                  <a:pt x="269160" y="0"/>
                  <a:pt x="283041" y="13881"/>
                  <a:pt x="283041" y="31004"/>
                </a:cubicBezTo>
                <a:cubicBezTo>
                  <a:pt x="283041" y="48127"/>
                  <a:pt x="269160" y="62008"/>
                  <a:pt x="252037" y="62008"/>
                </a:cubicBezTo>
                <a:cubicBezTo>
                  <a:pt x="234914" y="62008"/>
                  <a:pt x="221033" y="48127"/>
                  <a:pt x="221033" y="31004"/>
                </a:cubicBezTo>
                <a:cubicBezTo>
                  <a:pt x="221033" y="13881"/>
                  <a:pt x="234914" y="0"/>
                  <a:pt x="252037" y="0"/>
                </a:cubicBezTo>
                <a:close/>
                <a:moveTo>
                  <a:pt x="141521" y="0"/>
                </a:moveTo>
                <a:cubicBezTo>
                  <a:pt x="158644" y="0"/>
                  <a:pt x="172525" y="13881"/>
                  <a:pt x="172525" y="31004"/>
                </a:cubicBezTo>
                <a:cubicBezTo>
                  <a:pt x="172525" y="48127"/>
                  <a:pt x="158644" y="62008"/>
                  <a:pt x="141521" y="62008"/>
                </a:cubicBezTo>
                <a:cubicBezTo>
                  <a:pt x="124398" y="62008"/>
                  <a:pt x="110517" y="48127"/>
                  <a:pt x="110517" y="31004"/>
                </a:cubicBezTo>
                <a:cubicBezTo>
                  <a:pt x="110517" y="13881"/>
                  <a:pt x="124398" y="0"/>
                  <a:pt x="141521" y="0"/>
                </a:cubicBezTo>
                <a:close/>
                <a:moveTo>
                  <a:pt x="31004" y="0"/>
                </a:moveTo>
                <a:cubicBezTo>
                  <a:pt x="48127" y="0"/>
                  <a:pt x="62008" y="13881"/>
                  <a:pt x="62008" y="31004"/>
                </a:cubicBezTo>
                <a:cubicBezTo>
                  <a:pt x="62008" y="48127"/>
                  <a:pt x="48127" y="62008"/>
                  <a:pt x="31004" y="62008"/>
                </a:cubicBezTo>
                <a:cubicBezTo>
                  <a:pt x="13881" y="62008"/>
                  <a:pt x="0" y="48127"/>
                  <a:pt x="0" y="31004"/>
                </a:cubicBezTo>
                <a:cubicBezTo>
                  <a:pt x="0" y="13881"/>
                  <a:pt x="13881" y="0"/>
                  <a:pt x="310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1143000" y="3557508"/>
            <a:ext cx="6246495" cy="1475899"/>
          </a:xfrm>
        </p:spPr>
        <p:txBody>
          <a:bodyPr wrap="square" anchor="t" anchorCtr="0">
            <a:normAutofit/>
          </a:bodyPr>
          <a:lstStyle>
            <a:lvl1pPr algn="l">
              <a:defRPr sz="4050" b="0">
                <a:solidFill>
                  <a:schemeClr val="dk1"/>
                </a:solidFill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12"/>
            </p:custDataLst>
          </p:nvPr>
        </p:nvSpPr>
        <p:spPr>
          <a:xfrm>
            <a:off x="1143000" y="2057219"/>
            <a:ext cx="6246600" cy="994236"/>
          </a:xfrm>
        </p:spPr>
        <p:txBody>
          <a:bodyPr wrap="none" rIns="36195" anchor="b" anchorCtr="0">
            <a:normAutofit/>
          </a:bodyPr>
          <a:lstStyle>
            <a:lvl1pPr marL="0" indent="0" algn="l">
              <a:buNone/>
              <a:defRPr sz="4950" b="1">
                <a:gradFill>
                  <a:gsLst>
                    <a:gs pos="69000">
                      <a:schemeClr val="accent1"/>
                    </a:gs>
                    <a:gs pos="6000">
                      <a:schemeClr val="accent2"/>
                    </a:gs>
                  </a:gsLst>
                  <a:lin ang="2700000" scaled="1"/>
                </a:gradFill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13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14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15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21970" y="450000"/>
            <a:ext cx="8100000" cy="540000"/>
          </a:xfrm>
        </p:spPr>
        <p:txBody>
          <a:bodyPr vert="horz" wrap="square" lIns="0" tIns="0" rIns="0" bIns="0" rtlCol="0" anchor="ctr">
            <a:normAutofit/>
          </a:bodyPr>
          <a:lstStyle>
            <a:lvl1pPr>
              <a:defRPr lang="en-US" dirty="0"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521970" y="1911231"/>
            <a:ext cx="3992880" cy="3656888"/>
          </a:xfrm>
        </p:spPr>
        <p:txBody>
          <a:bodyPr wrap="square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4629150" y="1911231"/>
            <a:ext cx="3992880" cy="3656888"/>
          </a:xfrm>
        </p:spPr>
        <p:txBody>
          <a:bodyPr wrap="square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521970" y="1911033"/>
            <a:ext cx="3992880" cy="308477"/>
          </a:xfrm>
        </p:spPr>
        <p:txBody>
          <a:bodyPr wrap="square" anchor="b">
            <a:normAutofit/>
          </a:bodyPr>
          <a:lstStyle>
            <a:lvl1pPr marL="0" indent="0">
              <a:buNone/>
              <a:defRPr sz="1800" b="1">
                <a:latin typeface="+mj-lt"/>
              </a:defRPr>
            </a:lvl1pPr>
            <a:lvl2pPr marL="342900" indent="0">
              <a:buNone/>
              <a:defRPr sz="1500" b="1">
                <a:latin typeface="+mj-lt"/>
              </a:defRPr>
            </a:lvl2pPr>
            <a:lvl3pPr marL="685800" indent="0">
              <a:buNone/>
              <a:defRPr sz="1350" b="1">
                <a:latin typeface="+mj-lt"/>
              </a:defRPr>
            </a:lvl3pPr>
            <a:lvl4pPr marL="1028700" indent="0">
              <a:buNone/>
              <a:defRPr sz="1200" b="1">
                <a:latin typeface="+mj-lt"/>
              </a:defRPr>
            </a:lvl4pPr>
            <a:lvl5pPr marL="1371600" indent="0">
              <a:buNone/>
              <a:defRPr sz="1200" b="1">
                <a:latin typeface="+mj-lt"/>
              </a:defRPr>
            </a:lvl5pPr>
            <a:lvl6pPr marL="1714500" indent="0">
              <a:buNone/>
              <a:defRPr sz="1200" b="1">
                <a:latin typeface="+mj-lt"/>
              </a:defRPr>
            </a:lvl6pPr>
            <a:lvl7pPr marL="2057400" indent="0">
              <a:buNone/>
              <a:defRPr sz="1200" b="1">
                <a:latin typeface="+mj-lt"/>
              </a:defRPr>
            </a:lvl7pPr>
            <a:lvl8pPr marL="2400300" indent="0">
              <a:buNone/>
              <a:defRPr sz="1200" b="1">
                <a:latin typeface="+mj-lt"/>
              </a:defRPr>
            </a:lvl8pPr>
            <a:lvl9pPr marL="2743200" indent="0">
              <a:buNone/>
              <a:defRPr sz="12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3"/>
            </p:custDataLst>
          </p:nvPr>
        </p:nvSpPr>
        <p:spPr>
          <a:xfrm>
            <a:off x="521970" y="2341044"/>
            <a:ext cx="3992880" cy="3225207"/>
          </a:xfrm>
        </p:spPr>
        <p:txBody>
          <a:bodyPr wrap="square">
            <a:normAutofit/>
          </a:bodyPr>
          <a:lstStyle>
            <a:lvl1pPr>
              <a:defRPr sz="1650"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4629150" y="1911033"/>
            <a:ext cx="3992880" cy="308477"/>
          </a:xfrm>
        </p:spPr>
        <p:txBody>
          <a:bodyPr wrap="square" anchor="b">
            <a:normAutofit/>
          </a:bodyPr>
          <a:lstStyle>
            <a:lvl1pPr marL="0" indent="0">
              <a:buNone/>
              <a:defRPr sz="1800" b="1">
                <a:latin typeface="+mj-lt"/>
              </a:defRPr>
            </a:lvl1pPr>
            <a:lvl2pPr marL="342900" indent="0">
              <a:buNone/>
              <a:defRPr sz="1500" b="1">
                <a:latin typeface="+mj-lt"/>
              </a:defRPr>
            </a:lvl2pPr>
            <a:lvl3pPr marL="685800" indent="0">
              <a:buNone/>
              <a:defRPr sz="1350" b="1">
                <a:latin typeface="+mj-lt"/>
              </a:defRPr>
            </a:lvl3pPr>
            <a:lvl4pPr marL="1028700" indent="0">
              <a:buNone/>
              <a:defRPr sz="1200" b="1">
                <a:latin typeface="+mj-lt"/>
              </a:defRPr>
            </a:lvl4pPr>
            <a:lvl5pPr marL="1371600" indent="0">
              <a:buNone/>
              <a:defRPr sz="1200" b="1">
                <a:latin typeface="+mj-lt"/>
              </a:defRPr>
            </a:lvl5pPr>
            <a:lvl6pPr marL="1714500" indent="0">
              <a:buNone/>
              <a:defRPr sz="1200" b="1">
                <a:latin typeface="+mj-lt"/>
              </a:defRPr>
            </a:lvl6pPr>
            <a:lvl7pPr marL="2057400" indent="0">
              <a:buNone/>
              <a:defRPr sz="1200" b="1">
                <a:latin typeface="+mj-lt"/>
              </a:defRPr>
            </a:lvl7pPr>
            <a:lvl8pPr marL="2400300" indent="0">
              <a:buNone/>
              <a:defRPr sz="1200" b="1">
                <a:latin typeface="+mj-lt"/>
              </a:defRPr>
            </a:lvl8pPr>
            <a:lvl9pPr marL="2743200" indent="0">
              <a:buNone/>
              <a:defRPr sz="12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5"/>
            </p:custDataLst>
          </p:nvPr>
        </p:nvSpPr>
        <p:spPr>
          <a:xfrm>
            <a:off x="4629150" y="2341044"/>
            <a:ext cx="3992880" cy="3225207"/>
          </a:xfrm>
        </p:spPr>
        <p:txBody>
          <a:bodyPr wrap="square">
            <a:normAutofit/>
          </a:bodyPr>
          <a:lstStyle>
            <a:lvl1pPr>
              <a:defRPr sz="1650"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10" name="标题 9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21970" y="450000"/>
            <a:ext cx="8100000" cy="540000"/>
          </a:xfrm>
        </p:spPr>
        <p:txBody>
          <a:bodyPr/>
          <a:lstStyle/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21970" y="450000"/>
            <a:ext cx="8100000" cy="540000"/>
          </a:xfrm>
        </p:spPr>
        <p:txBody>
          <a:bodyPr wrap="square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521970" y="1087279"/>
            <a:ext cx="8101489" cy="4363403"/>
          </a:xfrm>
        </p:spPr>
        <p:txBody>
          <a:bodyPr wrap="square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521970" y="1352444"/>
            <a:ext cx="8099316" cy="304165"/>
          </a:xfrm>
        </p:spPr>
        <p:txBody>
          <a:bodyPr wrap="square" anchor="t">
            <a:normAutofit/>
          </a:bodyPr>
          <a:lstStyle>
            <a:lvl1pPr marL="0" indent="0">
              <a:buNone/>
              <a:defRPr sz="1800" b="0">
                <a:latin typeface="+mj-lt"/>
              </a:defRPr>
            </a:lvl1pPr>
            <a:lvl2pPr marL="342900" indent="0">
              <a:buNone/>
              <a:defRPr sz="1500" b="1">
                <a:latin typeface="+mj-lt"/>
              </a:defRPr>
            </a:lvl2pPr>
            <a:lvl3pPr marL="685800" indent="0">
              <a:buNone/>
              <a:defRPr sz="1350" b="1">
                <a:latin typeface="+mj-lt"/>
              </a:defRPr>
            </a:lvl3pPr>
            <a:lvl4pPr marL="1028700" indent="0">
              <a:buNone/>
              <a:defRPr sz="1200" b="1">
                <a:latin typeface="+mj-lt"/>
              </a:defRPr>
            </a:lvl4pPr>
            <a:lvl5pPr marL="1371600" indent="0">
              <a:buNone/>
              <a:defRPr sz="1200" b="1">
                <a:latin typeface="+mj-lt"/>
              </a:defRPr>
            </a:lvl5pPr>
            <a:lvl6pPr marL="1714500" indent="0">
              <a:buNone/>
              <a:defRPr sz="1200" b="1">
                <a:latin typeface="+mj-lt"/>
              </a:defRPr>
            </a:lvl6pPr>
            <a:lvl7pPr marL="2057400" indent="0">
              <a:buNone/>
              <a:defRPr sz="1200" b="1">
                <a:latin typeface="+mj-lt"/>
              </a:defRPr>
            </a:lvl7pPr>
            <a:lvl8pPr marL="2400300" indent="0">
              <a:buNone/>
              <a:defRPr sz="1200" b="1">
                <a:latin typeface="+mj-lt"/>
              </a:defRPr>
            </a:lvl8pPr>
            <a:lvl9pPr marL="2743200" indent="0">
              <a:buNone/>
              <a:defRPr sz="12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6565487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4" name="标题 3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521970" y="450000"/>
            <a:ext cx="8100000" cy="540000"/>
          </a:xfrm>
        </p:spPr>
        <p:txBody>
          <a:bodyPr/>
          <a:lstStyle/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任意多边形 26"/>
          <p:cNvSpPr/>
          <p:nvPr userDrawn="1">
            <p:custDataLst>
              <p:tags r:id="rId2"/>
            </p:custDataLst>
          </p:nvPr>
        </p:nvSpPr>
        <p:spPr>
          <a:xfrm flipV="1">
            <a:off x="4260123" y="0"/>
            <a:ext cx="4883877" cy="685800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0255" h="10800">
                <a:moveTo>
                  <a:pt x="0" y="0"/>
                </a:moveTo>
                <a:lnTo>
                  <a:pt x="10255" y="0"/>
                </a:lnTo>
                <a:lnTo>
                  <a:pt x="10255" y="10800"/>
                </a:lnTo>
                <a:lnTo>
                  <a:pt x="7586" y="10800"/>
                </a:lnTo>
                <a:lnTo>
                  <a:pt x="7456" y="10341"/>
                </a:lnTo>
                <a:cubicBezTo>
                  <a:pt x="6188" y="6265"/>
                  <a:pt x="3660" y="2745"/>
                  <a:pt x="327" y="237"/>
                </a:cubicBez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25000"/>
                </a:schemeClr>
              </a:gs>
            </a:gsLst>
            <a:lin ang="888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350">
              <a:sym typeface="+mn-lt"/>
            </a:endParaRPr>
          </a:p>
        </p:txBody>
      </p:sp>
      <p:sp>
        <p:nvSpPr>
          <p:cNvPr id="8" name="任意多边形: 形状 7"/>
          <p:cNvSpPr/>
          <p:nvPr userDrawn="1">
            <p:custDataLst>
              <p:tags r:id="rId3"/>
            </p:custDataLst>
          </p:nvPr>
        </p:nvSpPr>
        <p:spPr>
          <a:xfrm>
            <a:off x="8299953" y="6078463"/>
            <a:ext cx="295169" cy="46506"/>
          </a:xfrm>
          <a:custGeom>
            <a:avLst/>
            <a:gdLst>
              <a:gd name="connsiteX0" fmla="*/ 362554 w 393558"/>
              <a:gd name="connsiteY0" fmla="*/ 0 h 62008"/>
              <a:gd name="connsiteX1" fmla="*/ 393558 w 393558"/>
              <a:gd name="connsiteY1" fmla="*/ 31004 h 62008"/>
              <a:gd name="connsiteX2" fmla="*/ 362554 w 393558"/>
              <a:gd name="connsiteY2" fmla="*/ 62008 h 62008"/>
              <a:gd name="connsiteX3" fmla="*/ 331550 w 393558"/>
              <a:gd name="connsiteY3" fmla="*/ 31004 h 62008"/>
              <a:gd name="connsiteX4" fmla="*/ 362554 w 393558"/>
              <a:gd name="connsiteY4" fmla="*/ 0 h 62008"/>
              <a:gd name="connsiteX5" fmla="*/ 252037 w 393558"/>
              <a:gd name="connsiteY5" fmla="*/ 0 h 62008"/>
              <a:gd name="connsiteX6" fmla="*/ 283041 w 393558"/>
              <a:gd name="connsiteY6" fmla="*/ 31004 h 62008"/>
              <a:gd name="connsiteX7" fmla="*/ 252037 w 393558"/>
              <a:gd name="connsiteY7" fmla="*/ 62008 h 62008"/>
              <a:gd name="connsiteX8" fmla="*/ 221033 w 393558"/>
              <a:gd name="connsiteY8" fmla="*/ 31004 h 62008"/>
              <a:gd name="connsiteX9" fmla="*/ 252037 w 393558"/>
              <a:gd name="connsiteY9" fmla="*/ 0 h 62008"/>
              <a:gd name="connsiteX10" fmla="*/ 141521 w 393558"/>
              <a:gd name="connsiteY10" fmla="*/ 0 h 62008"/>
              <a:gd name="connsiteX11" fmla="*/ 172525 w 393558"/>
              <a:gd name="connsiteY11" fmla="*/ 31004 h 62008"/>
              <a:gd name="connsiteX12" fmla="*/ 141521 w 393558"/>
              <a:gd name="connsiteY12" fmla="*/ 62008 h 62008"/>
              <a:gd name="connsiteX13" fmla="*/ 110517 w 393558"/>
              <a:gd name="connsiteY13" fmla="*/ 31004 h 62008"/>
              <a:gd name="connsiteX14" fmla="*/ 141521 w 393558"/>
              <a:gd name="connsiteY14" fmla="*/ 0 h 62008"/>
              <a:gd name="connsiteX15" fmla="*/ 31004 w 393558"/>
              <a:gd name="connsiteY15" fmla="*/ 0 h 62008"/>
              <a:gd name="connsiteX16" fmla="*/ 62008 w 393558"/>
              <a:gd name="connsiteY16" fmla="*/ 31004 h 62008"/>
              <a:gd name="connsiteX17" fmla="*/ 31004 w 393558"/>
              <a:gd name="connsiteY17" fmla="*/ 62008 h 62008"/>
              <a:gd name="connsiteX18" fmla="*/ 0 w 393558"/>
              <a:gd name="connsiteY18" fmla="*/ 31004 h 62008"/>
              <a:gd name="connsiteX19" fmla="*/ 31004 w 393558"/>
              <a:gd name="connsiteY19" fmla="*/ 0 h 62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3558" h="62008">
                <a:moveTo>
                  <a:pt x="362554" y="0"/>
                </a:moveTo>
                <a:cubicBezTo>
                  <a:pt x="379677" y="0"/>
                  <a:pt x="393558" y="13881"/>
                  <a:pt x="393558" y="31004"/>
                </a:cubicBezTo>
                <a:cubicBezTo>
                  <a:pt x="393558" y="48127"/>
                  <a:pt x="379677" y="62008"/>
                  <a:pt x="362554" y="62008"/>
                </a:cubicBezTo>
                <a:cubicBezTo>
                  <a:pt x="345431" y="62008"/>
                  <a:pt x="331550" y="48127"/>
                  <a:pt x="331550" y="31004"/>
                </a:cubicBezTo>
                <a:cubicBezTo>
                  <a:pt x="331550" y="13881"/>
                  <a:pt x="345431" y="0"/>
                  <a:pt x="362554" y="0"/>
                </a:cubicBezTo>
                <a:close/>
                <a:moveTo>
                  <a:pt x="252037" y="0"/>
                </a:moveTo>
                <a:cubicBezTo>
                  <a:pt x="269160" y="0"/>
                  <a:pt x="283041" y="13881"/>
                  <a:pt x="283041" y="31004"/>
                </a:cubicBezTo>
                <a:cubicBezTo>
                  <a:pt x="283041" y="48127"/>
                  <a:pt x="269160" y="62008"/>
                  <a:pt x="252037" y="62008"/>
                </a:cubicBezTo>
                <a:cubicBezTo>
                  <a:pt x="234914" y="62008"/>
                  <a:pt x="221033" y="48127"/>
                  <a:pt x="221033" y="31004"/>
                </a:cubicBezTo>
                <a:cubicBezTo>
                  <a:pt x="221033" y="13881"/>
                  <a:pt x="234914" y="0"/>
                  <a:pt x="252037" y="0"/>
                </a:cubicBezTo>
                <a:close/>
                <a:moveTo>
                  <a:pt x="141521" y="0"/>
                </a:moveTo>
                <a:cubicBezTo>
                  <a:pt x="158644" y="0"/>
                  <a:pt x="172525" y="13881"/>
                  <a:pt x="172525" y="31004"/>
                </a:cubicBezTo>
                <a:cubicBezTo>
                  <a:pt x="172525" y="48127"/>
                  <a:pt x="158644" y="62008"/>
                  <a:pt x="141521" y="62008"/>
                </a:cubicBezTo>
                <a:cubicBezTo>
                  <a:pt x="124398" y="62008"/>
                  <a:pt x="110517" y="48127"/>
                  <a:pt x="110517" y="31004"/>
                </a:cubicBezTo>
                <a:cubicBezTo>
                  <a:pt x="110517" y="13881"/>
                  <a:pt x="124398" y="0"/>
                  <a:pt x="141521" y="0"/>
                </a:cubicBezTo>
                <a:close/>
                <a:moveTo>
                  <a:pt x="31004" y="0"/>
                </a:moveTo>
                <a:cubicBezTo>
                  <a:pt x="48127" y="0"/>
                  <a:pt x="62008" y="13881"/>
                  <a:pt x="62008" y="31004"/>
                </a:cubicBezTo>
                <a:cubicBezTo>
                  <a:pt x="62008" y="48127"/>
                  <a:pt x="48127" y="62008"/>
                  <a:pt x="31004" y="62008"/>
                </a:cubicBezTo>
                <a:cubicBezTo>
                  <a:pt x="13881" y="62008"/>
                  <a:pt x="0" y="48127"/>
                  <a:pt x="0" y="31004"/>
                </a:cubicBezTo>
                <a:cubicBezTo>
                  <a:pt x="0" y="13881"/>
                  <a:pt x="13881" y="0"/>
                  <a:pt x="310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9" name="椭圆 8"/>
          <p:cNvSpPr/>
          <p:nvPr userDrawn="1">
            <p:custDataLst>
              <p:tags r:id="rId4"/>
            </p:custDataLst>
          </p:nvPr>
        </p:nvSpPr>
        <p:spPr>
          <a:xfrm>
            <a:off x="5233212" y="1928781"/>
            <a:ext cx="3050709" cy="3050705"/>
          </a:xfrm>
          <a:prstGeom prst="ellipse">
            <a:avLst/>
          </a:prstGeom>
          <a:gradFill>
            <a:gsLst>
              <a:gs pos="87000">
                <a:schemeClr val="accent1"/>
              </a:gs>
              <a:gs pos="74000">
                <a:schemeClr val="accent1">
                  <a:lumMod val="60000"/>
                  <a:lumOff val="40000"/>
                </a:schemeClr>
              </a:gs>
              <a:gs pos="21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9050" cap="flat">
            <a:solidFill>
              <a:schemeClr val="bg2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350">
              <a:sym typeface="+mn-lt"/>
            </a:endParaRPr>
          </a:p>
        </p:txBody>
      </p:sp>
      <p:sp>
        <p:nvSpPr>
          <p:cNvPr id="11" name="椭圆 10"/>
          <p:cNvSpPr/>
          <p:nvPr userDrawn="1">
            <p:custDataLst>
              <p:tags r:id="rId5"/>
            </p:custDataLst>
          </p:nvPr>
        </p:nvSpPr>
        <p:spPr>
          <a:xfrm>
            <a:off x="5007311" y="1702879"/>
            <a:ext cx="3502513" cy="3502508"/>
          </a:xfrm>
          <a:prstGeom prst="ellipse">
            <a:avLst/>
          </a:prstGeom>
          <a:noFill/>
          <a:ln w="9525" cap="flat">
            <a:solidFill>
              <a:schemeClr val="accent1">
                <a:lumMod val="20000"/>
                <a:lumOff val="8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noAutofit/>
          </a:bodyPr>
          <a:lstStyle/>
          <a:p>
            <a:endParaRPr lang="en-US" sz="1350">
              <a:solidFill>
                <a:schemeClr val="tx1"/>
              </a:solidFill>
            </a:endParaRPr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5449033" y="4776453"/>
            <a:ext cx="669479" cy="6694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3" name="椭圆 12"/>
          <p:cNvSpPr/>
          <p:nvPr userDrawn="1">
            <p:custDataLst>
              <p:tags r:id="rId7"/>
            </p:custDataLst>
          </p:nvPr>
        </p:nvSpPr>
        <p:spPr>
          <a:xfrm>
            <a:off x="7365455" y="1894875"/>
            <a:ext cx="154527" cy="15452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椭圆 14"/>
          <p:cNvSpPr/>
          <p:nvPr userDrawn="1">
            <p:custDataLst>
              <p:tags r:id="rId8"/>
            </p:custDataLst>
          </p:nvPr>
        </p:nvSpPr>
        <p:spPr>
          <a:xfrm>
            <a:off x="8299953" y="2506747"/>
            <a:ext cx="377906" cy="3779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16" name="图片 15"/>
          <p:cNvPicPr>
            <a:picLocks noChangeAspect="1"/>
          </p:cNvPicPr>
          <p:nvPr userDrawn="1">
            <p:custDataLst>
              <p:tags r:id="rId9"/>
            </p:custDataLst>
          </p:nvPr>
        </p:nvPicPr>
        <p:blipFill rotWithShape="1">
          <a:blip r:embed="rId10"/>
          <a:srcRect l="28033" t="11173" r="28483" b="20372"/>
          <a:stretch>
            <a:fillRect/>
          </a:stretch>
        </p:blipFill>
        <p:spPr>
          <a:xfrm>
            <a:off x="5703125" y="1381045"/>
            <a:ext cx="2160000" cy="3477107"/>
          </a:xfrm>
          <a:prstGeom prst="rect">
            <a:avLst/>
          </a:prstGeom>
        </p:spPr>
      </p:pic>
      <p:sp>
        <p:nvSpPr>
          <p:cNvPr id="17" name="任意多边形: 形状 16"/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1375272" cy="1370062"/>
          </a:xfrm>
          <a:custGeom>
            <a:avLst/>
            <a:gdLst>
              <a:gd name="connsiteX0" fmla="*/ 0 w 2471453"/>
              <a:gd name="connsiteY0" fmla="*/ 0 h 1846568"/>
              <a:gd name="connsiteX1" fmla="*/ 2471453 w 2471453"/>
              <a:gd name="connsiteY1" fmla="*/ 0 h 1846568"/>
              <a:gd name="connsiteX2" fmla="*/ 2462477 w 2471453"/>
              <a:gd name="connsiteY2" fmla="*/ 34908 h 1846568"/>
              <a:gd name="connsiteX3" fmla="*/ 0 w 2471453"/>
              <a:gd name="connsiteY3" fmla="*/ 1846568 h 184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71453" h="1846568">
                <a:moveTo>
                  <a:pt x="0" y="0"/>
                </a:moveTo>
                <a:lnTo>
                  <a:pt x="2471453" y="0"/>
                </a:lnTo>
                <a:lnTo>
                  <a:pt x="2462477" y="34908"/>
                </a:lnTo>
                <a:cubicBezTo>
                  <a:pt x="2136022" y="1084493"/>
                  <a:pt x="1157008" y="1846568"/>
                  <a:pt x="0" y="1846568"/>
                </a:cubicBezTo>
                <a:close/>
              </a:path>
            </a:pathLst>
          </a:cu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4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>
          <a:xfrm>
            <a:off x="521970" y="6401991"/>
            <a:ext cx="2057400" cy="273844"/>
          </a:xfrm>
        </p:spPr>
        <p:txBody>
          <a:bodyPr wrap="square">
            <a:normAutofit/>
          </a:bodyPr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>
          <a:xfrm>
            <a:off x="3028950" y="6401991"/>
            <a:ext cx="30861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>
          <a:xfrm>
            <a:off x="6457950" y="6401991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5"/>
            </p:custDataLst>
          </p:nvPr>
        </p:nvSpPr>
        <p:spPr>
          <a:xfrm>
            <a:off x="628650" y="1937644"/>
            <a:ext cx="4017555" cy="135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4950" b="0"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10" name="公司名占位符 6"/>
          <p:cNvSpPr>
            <a:spLocks noGrp="1"/>
          </p:cNvSpPr>
          <p:nvPr>
            <p:ph type="body" sz="quarter" idx="13" hasCustomPrompt="1"/>
            <p:custDataLst>
              <p:tags r:id="rId16"/>
            </p:custDataLst>
          </p:nvPr>
        </p:nvSpPr>
        <p:spPr>
          <a:xfrm>
            <a:off x="629098" y="567000"/>
            <a:ext cx="2160000" cy="378000"/>
          </a:xfrm>
        </p:spPr>
        <p:txBody>
          <a:bodyPr wrap="square" anchor="ctr">
            <a:normAutofit/>
          </a:bodyPr>
          <a:lstStyle>
            <a:lvl1pPr marL="0" indent="0">
              <a:lnSpc>
                <a:spcPct val="100000"/>
              </a:lnSpc>
              <a:buNone/>
              <a:defRPr sz="1350"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7"/>
            </p:custDataLst>
          </p:nvPr>
        </p:nvSpPr>
        <p:spPr>
          <a:xfrm>
            <a:off x="628650" y="3946951"/>
            <a:ext cx="2160000" cy="432000"/>
          </a:xfrm>
          <a:prstGeom prst="roundRect">
            <a:avLst>
              <a:gd name="adj" fmla="val 50000"/>
            </a:avLst>
          </a:prstGeom>
          <a:gradFill>
            <a:gsLst>
              <a:gs pos="69000">
                <a:schemeClr val="accent1"/>
              </a:gs>
              <a:gs pos="6000">
                <a:schemeClr val="accent2"/>
              </a:gs>
            </a:gsLst>
            <a:lin ang="2700000" scaled="1"/>
          </a:gradFill>
          <a:effectLst>
            <a:outerShdw blurRad="127000" dist="127000" dir="2700000" algn="tl" rotWithShape="0">
              <a:schemeClr val="accent1">
                <a:alpha val="30000"/>
              </a:schemeClr>
            </a:outerShdw>
          </a:effectLst>
        </p:spPr>
        <p:txBody>
          <a:bodyPr vert="horz" wrap="square" lIns="0" tIns="0" rIns="0" bIns="0" rtlCol="0" anchor="ctr" anchorCtr="1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350" b="1" dirty="0">
                <a:solidFill>
                  <a:srgbClr val="FFFFFF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4" Type="http://schemas.openxmlformats.org/officeDocument/2006/relationships/theme" Target="../theme/theme2.xml"/><Relationship Id="rId23" Type="http://schemas.openxmlformats.org/officeDocument/2006/relationships/tags" Target="../tags/tag99.xml"/><Relationship Id="rId22" Type="http://schemas.openxmlformats.org/officeDocument/2006/relationships/tags" Target="../tags/tag98.xml"/><Relationship Id="rId21" Type="http://schemas.openxmlformats.org/officeDocument/2006/relationships/tags" Target="../tags/tag97.xml"/><Relationship Id="rId20" Type="http://schemas.openxmlformats.org/officeDocument/2006/relationships/tags" Target="../tags/tag96.xml"/><Relationship Id="rId2" Type="http://schemas.openxmlformats.org/officeDocument/2006/relationships/slideLayout" Target="../slideLayouts/slideLayout13.xml"/><Relationship Id="rId19" Type="http://schemas.openxmlformats.org/officeDocument/2006/relationships/tags" Target="../tags/tag95.xml"/><Relationship Id="rId18" Type="http://schemas.openxmlformats.org/officeDocument/2006/relationships/tags" Target="../tags/tag94.xml"/><Relationship Id="rId17" Type="http://schemas.openxmlformats.org/officeDocument/2006/relationships/tags" Target="../tags/tag93.xml"/><Relationship Id="rId16" Type="http://schemas.openxmlformats.org/officeDocument/2006/relationships/tags" Target="../tags/tag92.xml"/><Relationship Id="rId15" Type="http://schemas.openxmlformats.org/officeDocument/2006/relationships/image" Target="../media/image6.png"/><Relationship Id="rId14" Type="http://schemas.openxmlformats.org/officeDocument/2006/relationships/tags" Target="../tags/tag91.xml"/><Relationship Id="rId13" Type="http://schemas.openxmlformats.org/officeDocument/2006/relationships/tags" Target="../tags/tag90.xml"/><Relationship Id="rId12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13"/>
            </p:custDataLst>
          </p:nvPr>
        </p:nvSpPr>
        <p:spPr>
          <a:xfrm>
            <a:off x="0" y="857250"/>
            <a:ext cx="9144000" cy="5143500"/>
          </a:xfrm>
          <a:prstGeom prst="rect">
            <a:avLst/>
          </a:pr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35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7579301" y="4771853"/>
            <a:ext cx="1564700" cy="1228897"/>
          </a:xfrm>
          <a:prstGeom prst="rect">
            <a:avLst/>
          </a:prstGeom>
        </p:spPr>
      </p:pic>
      <p:sp>
        <p:nvSpPr>
          <p:cNvPr id="8" name="任意多边形: 形状 7"/>
          <p:cNvSpPr/>
          <p:nvPr userDrawn="1">
            <p:custDataLst>
              <p:tags r:id="rId16"/>
            </p:custDataLst>
          </p:nvPr>
        </p:nvSpPr>
        <p:spPr>
          <a:xfrm>
            <a:off x="1" y="857250"/>
            <a:ext cx="930146" cy="694967"/>
          </a:xfrm>
          <a:custGeom>
            <a:avLst/>
            <a:gdLst>
              <a:gd name="connsiteX0" fmla="*/ 0 w 2471453"/>
              <a:gd name="connsiteY0" fmla="*/ 0 h 1846568"/>
              <a:gd name="connsiteX1" fmla="*/ 2471453 w 2471453"/>
              <a:gd name="connsiteY1" fmla="*/ 0 h 1846568"/>
              <a:gd name="connsiteX2" fmla="*/ 2462477 w 2471453"/>
              <a:gd name="connsiteY2" fmla="*/ 34908 h 1846568"/>
              <a:gd name="connsiteX3" fmla="*/ 0 w 2471453"/>
              <a:gd name="connsiteY3" fmla="*/ 1846568 h 184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71453" h="1846568">
                <a:moveTo>
                  <a:pt x="0" y="0"/>
                </a:moveTo>
                <a:lnTo>
                  <a:pt x="2471453" y="0"/>
                </a:lnTo>
                <a:lnTo>
                  <a:pt x="2462477" y="34908"/>
                </a:lnTo>
                <a:cubicBezTo>
                  <a:pt x="2136022" y="1084493"/>
                  <a:pt x="1157008" y="1846568"/>
                  <a:pt x="0" y="1846568"/>
                </a:cubicBezTo>
                <a:close/>
              </a:path>
            </a:pathLst>
          </a:custGeom>
          <a:gradFill flip="none" rotWithShape="1">
            <a:gsLst>
              <a:gs pos="93000">
                <a:schemeClr val="accent1">
                  <a:alpha val="0"/>
                </a:schemeClr>
              </a:gs>
              <a:gs pos="14000">
                <a:schemeClr val="accent1">
                  <a:alpha val="4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350">
              <a:latin typeface="Arial" panose="020B0604020202020204" pitchFamily="34" charset="0"/>
            </a:endParaRPr>
          </a:p>
        </p:txBody>
      </p:sp>
      <p:sp>
        <p:nvSpPr>
          <p:cNvPr id="11" name="任意多边形: 形状 10"/>
          <p:cNvSpPr/>
          <p:nvPr userDrawn="1">
            <p:custDataLst>
              <p:tags r:id="rId17"/>
            </p:custDataLst>
          </p:nvPr>
        </p:nvSpPr>
        <p:spPr>
          <a:xfrm rot="16200000">
            <a:off x="254189" y="1506386"/>
            <a:ext cx="217630" cy="34289"/>
          </a:xfrm>
          <a:custGeom>
            <a:avLst/>
            <a:gdLst>
              <a:gd name="connsiteX0" fmla="*/ 362554 w 393558"/>
              <a:gd name="connsiteY0" fmla="*/ 0 h 62008"/>
              <a:gd name="connsiteX1" fmla="*/ 393558 w 393558"/>
              <a:gd name="connsiteY1" fmla="*/ 31004 h 62008"/>
              <a:gd name="connsiteX2" fmla="*/ 362554 w 393558"/>
              <a:gd name="connsiteY2" fmla="*/ 62008 h 62008"/>
              <a:gd name="connsiteX3" fmla="*/ 331550 w 393558"/>
              <a:gd name="connsiteY3" fmla="*/ 31004 h 62008"/>
              <a:gd name="connsiteX4" fmla="*/ 362554 w 393558"/>
              <a:gd name="connsiteY4" fmla="*/ 0 h 62008"/>
              <a:gd name="connsiteX5" fmla="*/ 252037 w 393558"/>
              <a:gd name="connsiteY5" fmla="*/ 0 h 62008"/>
              <a:gd name="connsiteX6" fmla="*/ 283041 w 393558"/>
              <a:gd name="connsiteY6" fmla="*/ 31004 h 62008"/>
              <a:gd name="connsiteX7" fmla="*/ 252037 w 393558"/>
              <a:gd name="connsiteY7" fmla="*/ 62008 h 62008"/>
              <a:gd name="connsiteX8" fmla="*/ 221033 w 393558"/>
              <a:gd name="connsiteY8" fmla="*/ 31004 h 62008"/>
              <a:gd name="connsiteX9" fmla="*/ 252037 w 393558"/>
              <a:gd name="connsiteY9" fmla="*/ 0 h 62008"/>
              <a:gd name="connsiteX10" fmla="*/ 141521 w 393558"/>
              <a:gd name="connsiteY10" fmla="*/ 0 h 62008"/>
              <a:gd name="connsiteX11" fmla="*/ 172525 w 393558"/>
              <a:gd name="connsiteY11" fmla="*/ 31004 h 62008"/>
              <a:gd name="connsiteX12" fmla="*/ 141521 w 393558"/>
              <a:gd name="connsiteY12" fmla="*/ 62008 h 62008"/>
              <a:gd name="connsiteX13" fmla="*/ 110517 w 393558"/>
              <a:gd name="connsiteY13" fmla="*/ 31004 h 62008"/>
              <a:gd name="connsiteX14" fmla="*/ 141521 w 393558"/>
              <a:gd name="connsiteY14" fmla="*/ 0 h 62008"/>
              <a:gd name="connsiteX15" fmla="*/ 31004 w 393558"/>
              <a:gd name="connsiteY15" fmla="*/ 0 h 62008"/>
              <a:gd name="connsiteX16" fmla="*/ 62008 w 393558"/>
              <a:gd name="connsiteY16" fmla="*/ 31004 h 62008"/>
              <a:gd name="connsiteX17" fmla="*/ 31004 w 393558"/>
              <a:gd name="connsiteY17" fmla="*/ 62008 h 62008"/>
              <a:gd name="connsiteX18" fmla="*/ 0 w 393558"/>
              <a:gd name="connsiteY18" fmla="*/ 31004 h 62008"/>
              <a:gd name="connsiteX19" fmla="*/ 31004 w 393558"/>
              <a:gd name="connsiteY19" fmla="*/ 0 h 62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3558" h="62008">
                <a:moveTo>
                  <a:pt x="362554" y="0"/>
                </a:moveTo>
                <a:cubicBezTo>
                  <a:pt x="379677" y="0"/>
                  <a:pt x="393558" y="13881"/>
                  <a:pt x="393558" y="31004"/>
                </a:cubicBezTo>
                <a:cubicBezTo>
                  <a:pt x="393558" y="48127"/>
                  <a:pt x="379677" y="62008"/>
                  <a:pt x="362554" y="62008"/>
                </a:cubicBezTo>
                <a:cubicBezTo>
                  <a:pt x="345431" y="62008"/>
                  <a:pt x="331550" y="48127"/>
                  <a:pt x="331550" y="31004"/>
                </a:cubicBezTo>
                <a:cubicBezTo>
                  <a:pt x="331550" y="13881"/>
                  <a:pt x="345431" y="0"/>
                  <a:pt x="362554" y="0"/>
                </a:cubicBezTo>
                <a:close/>
                <a:moveTo>
                  <a:pt x="252037" y="0"/>
                </a:moveTo>
                <a:cubicBezTo>
                  <a:pt x="269160" y="0"/>
                  <a:pt x="283041" y="13881"/>
                  <a:pt x="283041" y="31004"/>
                </a:cubicBezTo>
                <a:cubicBezTo>
                  <a:pt x="283041" y="48127"/>
                  <a:pt x="269160" y="62008"/>
                  <a:pt x="252037" y="62008"/>
                </a:cubicBezTo>
                <a:cubicBezTo>
                  <a:pt x="234914" y="62008"/>
                  <a:pt x="221033" y="48127"/>
                  <a:pt x="221033" y="31004"/>
                </a:cubicBezTo>
                <a:cubicBezTo>
                  <a:pt x="221033" y="13881"/>
                  <a:pt x="234914" y="0"/>
                  <a:pt x="252037" y="0"/>
                </a:cubicBezTo>
                <a:close/>
                <a:moveTo>
                  <a:pt x="141521" y="0"/>
                </a:moveTo>
                <a:cubicBezTo>
                  <a:pt x="158644" y="0"/>
                  <a:pt x="172525" y="13881"/>
                  <a:pt x="172525" y="31004"/>
                </a:cubicBezTo>
                <a:cubicBezTo>
                  <a:pt x="172525" y="48127"/>
                  <a:pt x="158644" y="62008"/>
                  <a:pt x="141521" y="62008"/>
                </a:cubicBezTo>
                <a:cubicBezTo>
                  <a:pt x="124398" y="62008"/>
                  <a:pt x="110517" y="48127"/>
                  <a:pt x="110517" y="31004"/>
                </a:cubicBezTo>
                <a:cubicBezTo>
                  <a:pt x="110517" y="13881"/>
                  <a:pt x="124398" y="0"/>
                  <a:pt x="141521" y="0"/>
                </a:cubicBezTo>
                <a:close/>
                <a:moveTo>
                  <a:pt x="31004" y="0"/>
                </a:moveTo>
                <a:cubicBezTo>
                  <a:pt x="48127" y="0"/>
                  <a:pt x="62008" y="13881"/>
                  <a:pt x="62008" y="31004"/>
                </a:cubicBezTo>
                <a:cubicBezTo>
                  <a:pt x="62008" y="48127"/>
                  <a:pt x="48127" y="62008"/>
                  <a:pt x="31004" y="62008"/>
                </a:cubicBezTo>
                <a:cubicBezTo>
                  <a:pt x="13881" y="62008"/>
                  <a:pt x="0" y="48127"/>
                  <a:pt x="0" y="31004"/>
                </a:cubicBezTo>
                <a:cubicBezTo>
                  <a:pt x="0" y="13881"/>
                  <a:pt x="13881" y="0"/>
                  <a:pt x="310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>
              <a:latin typeface="Arial" panose="020B0604020202020204" pitchFamily="34" charset="0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8"/>
            </p:custDataLst>
          </p:nvPr>
        </p:nvSpPr>
        <p:spPr>
          <a:xfrm>
            <a:off x="521970" y="1127250"/>
            <a:ext cx="8100000" cy="540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9"/>
            </p:custDataLst>
          </p:nvPr>
        </p:nvSpPr>
        <p:spPr>
          <a:xfrm>
            <a:off x="521970" y="1833562"/>
            <a:ext cx="8100000" cy="365521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0"/>
            </p:custDataLst>
          </p:nvPr>
        </p:nvSpPr>
        <p:spPr>
          <a:xfrm>
            <a:off x="521970" y="5624513"/>
            <a:ext cx="2057400" cy="27384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3028950" y="562451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6565487" y="5624513"/>
            <a:ext cx="2057400" cy="27384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10" name="KSO_TEMPLATE" hidden="1"/>
          <p:cNvSpPr/>
          <p:nvPr userDrawn="1">
            <p:custDataLst>
              <p:tags r:id="rId23"/>
            </p:custDataLst>
          </p:nvPr>
        </p:nvSpPr>
        <p:spPr>
          <a:xfrm>
            <a:off x="0" y="857250"/>
            <a:ext cx="0" cy="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Arial" panose="020B0604020202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13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</a:defRPr>
      </a:lvl1pPr>
      <a:lvl2pPr marL="403860" indent="-154940" algn="l" defTabSz="6858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</a:defRPr>
      </a:lvl2pPr>
      <a:lvl3pPr marL="599440" indent="-121285" algn="l" defTabSz="6858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</a:defRPr>
      </a:lvl3pPr>
      <a:lvl4pPr marL="772795" indent="-111760" algn="l" defTabSz="6858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</a:defRPr>
      </a:lvl4pPr>
      <a:lvl5pPr marL="926465" indent="-95250" algn="l" defTabSz="6858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03.xml"/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" Type="http://schemas.openxmlformats.org/officeDocument/2006/relationships/tags" Target="../tags/tag100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2.xml"/><Relationship Id="rId5" Type="http://schemas.openxmlformats.org/officeDocument/2006/relationships/tags" Target="../tags/tag108.xml"/><Relationship Id="rId4" Type="http://schemas.openxmlformats.org/officeDocument/2006/relationships/tags" Target="../tags/tag107.xml"/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tags" Target="../tags/tag10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tags" Target="../tags/tag114.xml"/><Relationship Id="rId2" Type="http://schemas.openxmlformats.org/officeDocument/2006/relationships/tags" Target="../tags/tag113.xml"/><Relationship Id="rId1" Type="http://schemas.openxmlformats.org/officeDocument/2006/relationships/tags" Target="../tags/tag112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" Type="http://schemas.openxmlformats.org/officeDocument/2006/relationships/tags" Target="../tags/tag11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tags" Target="../tags/tag120.xml"/><Relationship Id="rId2" Type="http://schemas.openxmlformats.org/officeDocument/2006/relationships/tags" Target="../tags/tag119.xml"/><Relationship Id="rId1" Type="http://schemas.openxmlformats.org/officeDocument/2006/relationships/tags" Target="../tags/tag118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tags" Target="../tags/tag123.xml"/><Relationship Id="rId2" Type="http://schemas.openxmlformats.org/officeDocument/2006/relationships/tags" Target="../tags/tag122.xml"/><Relationship Id="rId1" Type="http://schemas.openxmlformats.org/officeDocument/2006/relationships/tags" Target="../tags/tag121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tags" Target="../tags/tag126.xml"/><Relationship Id="rId2" Type="http://schemas.openxmlformats.org/officeDocument/2006/relationships/tags" Target="../tags/tag125.xml"/><Relationship Id="rId1" Type="http://schemas.openxmlformats.org/officeDocument/2006/relationships/tags" Target="../tags/tag12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tags" Target="../tags/tag129.xml"/><Relationship Id="rId2" Type="http://schemas.openxmlformats.org/officeDocument/2006/relationships/tags" Target="../tags/tag128.xml"/><Relationship Id="rId1" Type="http://schemas.openxmlformats.org/officeDocument/2006/relationships/tags" Target="../tags/tag12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tags" Target="../tags/tag132.xml"/><Relationship Id="rId2" Type="http://schemas.openxmlformats.org/officeDocument/2006/relationships/tags" Target="../tags/tag131.xml"/><Relationship Id="rId1" Type="http://schemas.openxmlformats.org/officeDocument/2006/relationships/tags" Target="../tags/tag130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2.xml"/><Relationship Id="rId5" Type="http://schemas.openxmlformats.org/officeDocument/2006/relationships/tags" Target="../tags/tag137.xml"/><Relationship Id="rId4" Type="http://schemas.openxmlformats.org/officeDocument/2006/relationships/tags" Target="../tags/tag136.xml"/><Relationship Id="rId3" Type="http://schemas.openxmlformats.org/officeDocument/2006/relationships/tags" Target="../tags/tag135.xml"/><Relationship Id="rId2" Type="http://schemas.openxmlformats.org/officeDocument/2006/relationships/tags" Target="../tags/tag134.xml"/><Relationship Id="rId1" Type="http://schemas.openxmlformats.org/officeDocument/2006/relationships/tags" Target="../tags/tag1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副标题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>
          <a:xfrm>
            <a:off x="628650" y="1076960"/>
            <a:ext cx="7886700" cy="761365"/>
          </a:xfrm>
        </p:spPr>
        <p:txBody>
          <a:bodyPr/>
          <a:p>
            <a:pPr marL="0" indent="0" algn="l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ct val="100000"/>
            </a:pPr>
            <a:r>
              <a:rPr lang="en-GB" altLang="en-US" sz="1800">
                <a:latin typeface="+mn-lt"/>
              </a:rPr>
              <a:t></a:t>
            </a:r>
            <a:r>
              <a:rPr lang="en-US" altLang="en-GB" sz="2800">
                <a:latin typeface="+mj-ea"/>
                <a:cs typeface="+mj-ea"/>
              </a:rPr>
              <a:t>Phase 1 Project Description</a:t>
            </a:r>
            <a:endParaRPr lang="en-US" altLang="en-GB" sz="2800">
              <a:latin typeface="+mj-ea"/>
              <a:cs typeface="+mj-ea"/>
            </a:endParaRPr>
          </a:p>
        </p:txBody>
      </p:sp>
      <p:sp>
        <p:nvSpPr>
          <p:cNvPr id="16" name="标题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715010" y="1970405"/>
            <a:ext cx="6049645" cy="2247265"/>
          </a:xfrm>
        </p:spPr>
        <p:txBody>
          <a:bodyPr>
            <a:normAutofit fontScale="90000"/>
          </a:bodyPr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US" altLang="en-GB" sz="3110"/>
              <a:t>Judah Odida</a:t>
            </a:r>
            <a:br>
              <a:rPr lang="en-US" altLang="en-GB" sz="3110"/>
            </a:br>
            <a:r>
              <a:rPr lang="en-GB" altLang="en-US" sz="3110"/>
              <a:t>P</a:t>
            </a:r>
            <a:r>
              <a:rPr lang="en-US" altLang="en-GB" sz="3110"/>
              <a:t>art time </a:t>
            </a:r>
            <a:r>
              <a:rPr lang="en-GB" altLang="en-US" sz="3110"/>
              <a:t>Student</a:t>
            </a:r>
            <a:br>
              <a:rPr lang="en-US" altLang="en-GB" sz="3110"/>
            </a:br>
            <a:r>
              <a:rPr lang="en-GB" altLang="en-US" sz="3110"/>
              <a:t>P</a:t>
            </a:r>
            <a:r>
              <a:rPr lang="en-US" altLang="en-GB" sz="3110"/>
              <a:t>roject review </a:t>
            </a:r>
            <a:r>
              <a:rPr lang="en-GB" altLang="en-US" sz="3110"/>
              <a:t>: </a:t>
            </a:r>
            <a:r>
              <a:rPr lang="en-US" altLang="en-GB" sz="3110"/>
              <a:t>29/04/2025</a:t>
            </a:r>
            <a:br>
              <a:rPr lang="en-US" altLang="en-GB" sz="3110"/>
            </a:br>
            <a:r>
              <a:rPr lang="en-US" altLang="en-GB" sz="3110"/>
              <a:t>Instructor</a:t>
            </a:r>
            <a:r>
              <a:rPr lang="en-GB" altLang="en-US" sz="3110"/>
              <a:t>:</a:t>
            </a:r>
            <a:r>
              <a:rPr lang="en-US" altLang="en-GB" sz="3110"/>
              <a:t> Maryann Mwikali</a:t>
            </a:r>
            <a:br>
              <a:rPr lang="en-US" altLang="en-GB" sz="3555"/>
            </a:br>
            <a:endParaRPr lang="en-US" altLang="en-GB" sz="3555"/>
          </a:p>
        </p:txBody>
      </p:sp>
      <p:sp>
        <p:nvSpPr>
          <p:cNvPr id="17" name="公司名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>
          <a:xfrm>
            <a:off x="628650" y="567055"/>
            <a:ext cx="6441440" cy="377825"/>
          </a:xfrm>
        </p:spPr>
        <p:txBody>
          <a:bodyPr>
            <a:noAutofit/>
          </a:bodyPr>
          <a:p>
            <a:r>
              <a:rPr lang="en-US" altLang="en-GB" sz="3200">
                <a:sym typeface="+mn-ea"/>
              </a:rPr>
              <a:t>Final Project Submission</a:t>
            </a:r>
            <a:endParaRPr lang="en-US" altLang="en-GB" sz="3200">
              <a:sym typeface="+mn-ea"/>
            </a:endParaRPr>
          </a:p>
        </p:txBody>
      </p:sp>
      <p:sp>
        <p:nvSpPr>
          <p:cNvPr id="20" name="Text Placeholder 19"/>
          <p:cNvSpPr/>
          <p:nvPr>
            <p:ph type="body" sz="quarter" idx="17"/>
          </p:nvPr>
        </p:nvSpPr>
        <p:spPr>
          <a:xfrm>
            <a:off x="1490343" y="4936560"/>
            <a:ext cx="2160000" cy="432000"/>
          </a:xfrm>
        </p:spPr>
        <p:txBody>
          <a:bodyPr>
            <a:normAutofit/>
          </a:bodyPr>
          <a:p>
            <a:r>
              <a:rPr altLang="en-GB">
                <a:sym typeface="+mn-ea"/>
              </a:rPr>
              <a:t>* Blog post URL:</a:t>
            </a:r>
            <a:endParaRPr lang="en-US" altLang="en-GB"/>
          </a:p>
          <a:p>
            <a:endParaRPr lang="en-GB" altLang="en-US"/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副标题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>
          <a:xfrm>
            <a:off x="628650" y="1076960"/>
            <a:ext cx="7886700" cy="857885"/>
          </a:xfrm>
        </p:spPr>
        <p:txBody>
          <a:bodyPr>
            <a:normAutofit/>
          </a:bodyPr>
          <a:p>
            <a:pPr marL="0" indent="0" algn="l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ct val="100000"/>
            </a:pPr>
            <a:endParaRPr lang="en-GB" altLang="en-US" sz="1800"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ct val="100000"/>
              <a:buNone/>
            </a:pPr>
            <a:r>
              <a:rPr lang="en-US" altLang="en-GB" sz="2800">
                <a:latin typeface="+mj-ea"/>
                <a:cs typeface="+mj-ea"/>
              </a:rPr>
              <a:t>Phase 1 Project Description</a:t>
            </a:r>
            <a:endParaRPr lang="en-US" altLang="en-GB" sz="2800">
              <a:latin typeface="+mj-ea"/>
              <a:cs typeface="+mj-ea"/>
            </a:endParaRPr>
          </a:p>
        </p:txBody>
      </p:sp>
      <p:sp>
        <p:nvSpPr>
          <p:cNvPr id="16" name="标题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501650" y="2172335"/>
            <a:ext cx="4772025" cy="1256030"/>
          </a:xfrm>
        </p:spPr>
        <p:txBody>
          <a:bodyPr>
            <a:normAutofit fontScale="90000"/>
          </a:bodyPr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GB" altLang="en-US" sz="3900"/>
              <a:t>Aircraft Risk Evaluation For Business Expansion</a:t>
            </a:r>
            <a:endParaRPr lang="en-GB" altLang="en-US" sz="3900"/>
          </a:p>
        </p:txBody>
      </p:sp>
      <p:sp>
        <p:nvSpPr>
          <p:cNvPr id="17" name="公司名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>
          <a:xfrm>
            <a:off x="628648" y="567000"/>
            <a:ext cx="2160000" cy="378000"/>
          </a:xfrm>
        </p:spPr>
        <p:txBody>
          <a:bodyPr/>
          <a:p>
            <a:r>
              <a:rPr lang="en-US"/>
              <a:t>Click here to add text</a:t>
            </a:r>
            <a:endParaRPr lang="en-US"/>
          </a:p>
        </p:txBody>
      </p:sp>
      <p:sp>
        <p:nvSpPr>
          <p:cNvPr id="18" name="署名"/>
          <p:cNvSpPr>
            <a:spLocks noGrp="1"/>
          </p:cNvSpPr>
          <p:nvPr>
            <p:ph type="body" sz="quarter" idx="17"/>
            <p:custDataLst>
              <p:tags r:id="rId4"/>
            </p:custDataLst>
          </p:nvPr>
        </p:nvSpPr>
        <p:spPr>
          <a:prstGeom prst="roundRect">
            <a:avLst>
              <a:gd name="adj" fmla="val 50000"/>
            </a:avLst>
          </a:prstGeom>
          <a:gradFill>
            <a:gsLst>
              <a:gs pos="69000">
                <a:schemeClr val="accent1"/>
              </a:gs>
              <a:gs pos="6000">
                <a:schemeClr val="accent2"/>
              </a:gs>
            </a:gsLst>
            <a:lin ang="2700000" scaled="1"/>
          </a:gradFill>
          <a:effectLst>
            <a:outerShdw blurRad="127000" dist="127000" dir="2700000" algn="tl" rotWithShape="0">
              <a:schemeClr val="accent1">
                <a:alpha val="30000"/>
              </a:schemeClr>
            </a:outerShdw>
          </a:effectLst>
        </p:spPr>
        <p:txBody>
          <a:bodyPr/>
          <a:p>
            <a:r>
              <a:rPr lang="en-GB" altLang="en-US"/>
              <a:t>By Judah Odida</a:t>
            </a:r>
            <a:endParaRPr lang="en-GB" altLang="en-US"/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457200" y="1554480"/>
            <a:ext cx="4496435" cy="2384425"/>
          </a:xfrm>
          <a:prstGeom prst="rect">
            <a:avLst/>
          </a:prstGeom>
          <a:noFill/>
        </p:spPr>
        <p:txBody>
          <a:bodyPr wrap="square">
            <a:normAutofit fontScale="80000"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Evaluated 2,098 aircraft records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Focus on incident and injury data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Created Risk Score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Insights for safe business growth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Title 5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57200" y="457200"/>
            <a:ext cx="4184015" cy="107061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800" b="0" i="0" u="none" strike="noStrike" kern="1200" cap="none" spc="0" normalizeH="0" baseline="0" noProof="1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altLang="en-US" sz="2300">
                <a:solidFill>
                  <a:schemeClr val="tx1"/>
                </a:solidFill>
              </a:rPr>
              <a:t>Executive Summary</a:t>
            </a:r>
            <a:endParaRPr lang="en-GB" altLang="en-US" sz="23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457200" y="1554480"/>
            <a:ext cx="6527800" cy="2384425"/>
          </a:xfrm>
          <a:prstGeom prst="rect">
            <a:avLst/>
          </a:prstGeom>
          <a:noFill/>
        </p:spPr>
        <p:txBody>
          <a:bodyPr wrap="square">
            <a:normAutofit fontScale="90000" lnSpcReduction="20000"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Dataset Size: 2,098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Features: Fatal, Serious, Minor Injuries, Uninjured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Derived Risk Score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Cleaned missing data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Title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57200" y="457200"/>
            <a:ext cx="3203575" cy="113538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800" b="0" i="0" u="none" strike="noStrike" kern="1200" cap="none" spc="0" normalizeH="0" baseline="0" noProof="1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altLang="en-US" sz="2300">
                <a:solidFill>
                  <a:schemeClr val="tx1"/>
                </a:solidFill>
              </a:rPr>
              <a:t>Data Overview</a:t>
            </a:r>
            <a:endParaRPr lang="en-GB" altLang="en-US" sz="23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457200" y="1554480"/>
            <a:ext cx="3687445" cy="2384425"/>
          </a:xfrm>
          <a:prstGeom prst="rect">
            <a:avLst/>
          </a:prstGeom>
          <a:noFill/>
        </p:spPr>
        <p:txBody>
          <a:bodyPr wrap="square">
            <a:normAutofit fontScale="90000"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Data Cleaning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Risk Score Calculation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Visualization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Business Insight Extraction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Title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57200" y="457200"/>
            <a:ext cx="1490980" cy="64516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normAutofit fontScale="90000"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800" b="0" i="0" u="none" strike="noStrike" kern="1200" cap="none" spc="0" normalizeH="0" baseline="0" noProof="1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altLang="en-US">
                <a:solidFill>
                  <a:schemeClr val="tx1"/>
                </a:solidFill>
              </a:rPr>
              <a:t>Methodology</a:t>
            </a:r>
            <a:endParaRPr lang="en-GB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457200" y="1554480"/>
            <a:ext cx="4529455" cy="1286510"/>
          </a:xfrm>
          <a:prstGeom prst="rect">
            <a:avLst/>
          </a:prstGeom>
          <a:noFill/>
        </p:spPr>
        <p:txBody>
          <a:bodyPr wrap="square">
            <a:normAutofit fontScale="80000"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Most aircrafts have Risk Score = 0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Few high-risk aircraft dominate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Title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57200" y="457200"/>
            <a:ext cx="4954905" cy="64516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800" b="0" i="0" u="none" strike="noStrike" kern="1200" cap="none" spc="0" normalizeH="0" baseline="0" noProof="1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altLang="en-US" sz="1600">
                <a:solidFill>
                  <a:schemeClr val="tx1"/>
                </a:solidFill>
              </a:rPr>
              <a:t></a:t>
            </a:r>
            <a:r>
              <a:rPr lang="en-GB" altLang="en-US" sz="2300">
                <a:solidFill>
                  <a:schemeClr val="tx1"/>
                </a:solidFill>
              </a:rPr>
              <a:t>Key Finding 1: Risk Score Skewed</a:t>
            </a:r>
            <a:endParaRPr lang="en-GB" altLang="en-US" sz="23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>
            <p:custDataLst>
              <p:tags r:id="rId1"/>
            </p:custDataLst>
          </p:nvPr>
        </p:nvSpPr>
        <p:spPr>
          <a:xfrm>
            <a:off x="457200" y="457200"/>
            <a:ext cx="7193280" cy="922020"/>
          </a:xfrm>
          <a:prstGeom prst="rect">
            <a:avLst/>
          </a:prstGeom>
          <a:noFill/>
        </p:spPr>
        <p:txBody>
          <a:bodyPr wrap="square">
            <a:normAutofit fontScale="90000"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Key Finding </a:t>
            </a:r>
            <a:r>
              <a:rPr lang="en-GB">
                <a:solidFill>
                  <a:schemeClr val="tx1"/>
                </a:solidFill>
              </a:rPr>
              <a:t>2</a:t>
            </a:r>
            <a:r>
              <a:rPr>
                <a:solidFill>
                  <a:schemeClr val="tx1"/>
                </a:solidFill>
              </a:rPr>
              <a:t>: Few Models Drive Risk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457200" y="1554480"/>
            <a:ext cx="5280660" cy="1286510"/>
          </a:xfrm>
          <a:prstGeom prst="rect">
            <a:avLst/>
          </a:prstGeom>
          <a:noFill/>
        </p:spPr>
        <p:txBody>
          <a:bodyPr wrap="square">
            <a:normAutofit fontScale="80000"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Top 10 models account for majority risk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Focus resources here</a:t>
            </a:r>
            <a:endParaRPr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841375" y="2142490"/>
            <a:ext cx="5809615" cy="1286510"/>
          </a:xfrm>
          <a:prstGeom prst="rect">
            <a:avLst/>
          </a:prstGeom>
          <a:noFill/>
        </p:spPr>
        <p:txBody>
          <a:bodyPr wrap="square">
            <a:normAutofit fontScale="90000"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Fatal ↔ Serious injuries strongly correlated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Different causes for Minor injuries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Title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75005" y="478790"/>
            <a:ext cx="7007860" cy="172085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800" b="0" i="0" u="none" strike="noStrike" kern="1200" cap="none" spc="0" normalizeH="0" baseline="0" noProof="1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altLang="en-US" sz="3200">
                <a:solidFill>
                  <a:schemeClr val="tx1"/>
                </a:solidFill>
              </a:rPr>
              <a:t>Key Finding 3: Injury Correlations</a:t>
            </a:r>
            <a:endParaRPr lang="en-GB" altLang="en-US" sz="32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457200" y="1554480"/>
            <a:ext cx="5955665" cy="239839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1. Prioritize inspections on Top 10 risky models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2. Strengthen operational safety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3. Monitor medium-risk models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Title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57200" y="457200"/>
            <a:ext cx="6934200" cy="109791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800" b="0" i="0" u="none" strike="noStrike" kern="1200" cap="none" spc="0" normalizeH="0" baseline="0" noProof="1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altLang="en-US" sz="3100">
                <a:solidFill>
                  <a:schemeClr val="tx1"/>
                </a:solidFill>
              </a:rPr>
              <a:t>Business Recommendations</a:t>
            </a:r>
            <a:endParaRPr lang="en-GB" altLang="en-US" sz="31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457200" y="1554480"/>
            <a:ext cx="6828155" cy="24098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Focus on data-driven safety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Improve operational reliability</a:t>
            </a:r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• Enable strategic expansion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Title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57200" y="457200"/>
            <a:ext cx="5742940" cy="64516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normAutofit fontScale="50000"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800" b="0" i="0" u="none" strike="noStrike" kern="1200" cap="none" spc="0" normalizeH="0" baseline="0" noProof="1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altLang="en-US">
                <a:solidFill>
                  <a:schemeClr val="tx1"/>
                </a:solidFill>
              </a:rPr>
              <a:t></a:t>
            </a:r>
            <a:r>
              <a:rPr lang="en-GB" altLang="en-US" sz="4665">
                <a:solidFill>
                  <a:schemeClr val="tx1"/>
                </a:solidFill>
              </a:rPr>
              <a:t>Conclusion</a:t>
            </a:r>
            <a:endParaRPr lang="en-GB" altLang="en-US" sz="4665">
              <a:solidFill>
                <a:schemeClr val="tx1"/>
              </a:solidFill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1850390" y="755650"/>
            <a:ext cx="3048000" cy="914400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p>
            <a:pPr algn="l">
              <a:lnSpc>
                <a:spcPct val="140000"/>
              </a:lnSpc>
            </a:pPr>
            <a:endParaRPr lang="en-GB" altLang="en-US" sz="2000" kern="100" dirty="0">
              <a:effectLst/>
              <a:latin typeface="+mn-ea"/>
              <a:cs typeface="江城圆体 400W" panose="020B0500000000000000" pitchFamily="34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TextBox 2"/>
          <p:cNvSpPr txBox="1"/>
          <p:nvPr>
            <p:custDataLst>
              <p:tags r:id="rId1"/>
            </p:custDataLst>
          </p:nvPr>
        </p:nvSpPr>
        <p:spPr>
          <a:xfrm>
            <a:off x="457200" y="1554480"/>
            <a:ext cx="3068320" cy="737235"/>
          </a:xfrm>
          <a:prstGeom prst="rect">
            <a:avLst/>
          </a:prstGeom>
          <a:noFill/>
        </p:spPr>
        <p:txBody>
          <a:bodyPr wrap="none">
            <a:spAutoFit/>
          </a:bodyPr>
          <a:p>
            <a:endParaRPr>
              <a:solidFill>
                <a:schemeClr val="tx1"/>
              </a:solidFill>
            </a:endParaRPr>
          </a:p>
          <a:p>
            <a:pPr>
              <a:spcAft>
                <a:spcPts val="1400"/>
              </a:spcAft>
              <a:defRPr sz="2400">
                <a:solidFill>
                  <a:srgbClr val="C8C8C8"/>
                </a:solidFill>
              </a:defRPr>
            </a:pPr>
            <a:r>
              <a:rPr>
                <a:solidFill>
                  <a:schemeClr val="tx1"/>
                </a:solidFill>
              </a:rPr>
              <a:t>Questions &amp; Discussion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6" name="标题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GB" altLang="en-US" sz="4950"/>
              <a:t>Thank You!</a:t>
            </a:r>
            <a:endParaRPr lang="en-GB" altLang="en-US" sz="4950"/>
          </a:p>
        </p:txBody>
      </p:sp>
      <p:sp>
        <p:nvSpPr>
          <p:cNvPr id="17" name="公司名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>
          <a:xfrm>
            <a:off x="629285" y="567055"/>
            <a:ext cx="6532245" cy="377825"/>
          </a:xfrm>
        </p:spPr>
        <p:txBody>
          <a:bodyPr>
            <a:noAutofit/>
          </a:bodyPr>
          <a:p>
            <a:r>
              <a:rPr lang="en-GB" altLang="en-US" sz="3200"/>
              <a:t>The End</a:t>
            </a:r>
            <a:endParaRPr lang="en-GB" altLang="en-US" sz="3200"/>
          </a:p>
        </p:txBody>
      </p:sp>
      <p:sp>
        <p:nvSpPr>
          <p:cNvPr id="18" name="署名"/>
          <p:cNvSpPr>
            <a:spLocks noGrp="1"/>
          </p:cNvSpPr>
          <p:nvPr>
            <p:ph type="body" sz="quarter" idx="17"/>
            <p:custDataLst>
              <p:tags r:id="rId4"/>
            </p:custDataLst>
          </p:nvPr>
        </p:nvSpPr>
        <p:spPr>
          <a:prstGeom prst="roundRect">
            <a:avLst>
              <a:gd name="adj" fmla="val 50000"/>
            </a:avLst>
          </a:prstGeom>
          <a:gradFill>
            <a:gsLst>
              <a:gs pos="69000">
                <a:schemeClr val="accent1"/>
              </a:gs>
              <a:gs pos="6000">
                <a:schemeClr val="accent2"/>
              </a:gs>
            </a:gsLst>
            <a:lin ang="2700000" scaled="1"/>
          </a:gradFill>
          <a:effectLst>
            <a:outerShdw blurRad="127000" dist="127000" dir="2700000" algn="tl" rotWithShape="0">
              <a:schemeClr val="accent1">
                <a:alpha val="30000"/>
              </a:schemeClr>
            </a:outerShdw>
          </a:effectLst>
        </p:spPr>
        <p:txBody>
          <a:bodyPr/>
          <a:p>
            <a:r>
              <a:rPr lang="en-GB" altLang="en-US"/>
              <a:t>Judah odida</a:t>
            </a:r>
            <a:endParaRPr lang="en-GB" altLang="en-US"/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tags/tag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*i*10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*i*9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*i*11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ISNUMDGMTITLE" val="0"/>
  <p:tag name="KSO_WM_UNIT_SUBTYPE" val="g"/>
  <p:tag name="KSO_WM_UNIT_PRESET_TEXT" val="公司名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1*f*2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ISNUMDGMTITLE" val="0"/>
  <p:tag name="KSO_WM_UNIT_SUBTYPE" val="b"/>
  <p:tag name="KSO_WM_UNIT_PRESET_TEXT" val="署名"/>
  <p:tag name="KSO_WM_UNIT_NOCLEAR" val="0"/>
  <p:tag name="KSO_WM_UNIT_VALUE" val="22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3*i*5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3*i*6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ISCONTENTSTITLE" val="1"/>
  <p:tag name="KSO_WM_UNIT_ISNUMDGMTITLE" val="0"/>
  <p:tag name="KSO_WM_UNIT_PRESET_TEXT" val="标题"/>
  <p:tag name="KSO_WM_UNIT_NOCLEAR" val="0"/>
  <p:tag name="KSO_WM_UNIT_VALUE" val="2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4*i*7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4*i*4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4*i*6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4*i*8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4*i*3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ISNUMDGMTITLE" val="0"/>
  <p:tag name="KSO_WM_UNIT_PRESET_TEXT" val="节编号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副标题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1*i*9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1*i*4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1*i*8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UNIT_ISNUMDGMTITLE" val="0"/>
  <p:tag name="KSO_WM_UNIT_SUBTYPE" val="g"/>
  <p:tag name="KSO_WM_UNIT_PRESET_TEXT" val="公司名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11*f*2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ISNUMDGMTITLE" val="0"/>
  <p:tag name="KSO_WM_UNIT_SUBTYPE" val="b"/>
  <p:tag name="KSO_WM_UNIT_PRESET_TEXT" val="署名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9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0*i*3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0*i*4"/>
  <p:tag name="KSO_WM_UNIT_LAYERLEVEL" val="1"/>
  <p:tag name="KSO_WM_TAG_VERSION" val="3.0"/>
  <p:tag name="KSO_WM_BEAUTIFY_FLAG" val="#wm#"/>
</p:tagLst>
</file>

<file path=ppt/tags/tag9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8112"/>
</p:tagLst>
</file>

<file path=ppt/tags/tag95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VALUE" val="35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8112"/>
</p:tagLst>
</file>

<file path=ppt/tags/tag9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TEMPLATE_THUMBS_INDEX" val="1、9"/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8112"/>
</p:tagLst>
</file>

<file path=ppt/tags/tag10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8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38007_1*b*1"/>
  <p:tag name="KSO_WM_TEMPLATE_CATEGORY" val="custom"/>
  <p:tag name="KSO_WM_TEMPLATE_INDEX" val="20238007"/>
  <p:tag name="KSO_WM_UNIT_LAYERLEVEL" val="1"/>
  <p:tag name="KSO_WM_TAG_VERSION" val="3.0"/>
  <p:tag name="KSO_WM_BEAUTIFY_FLAG" val="#wm#"/>
  <p:tag name="KSO_WM_UNIT_PRESET_TEXT" val="Add description"/>
</p:tagLst>
</file>

<file path=ppt/tags/tag10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8112_1*a*1"/>
  <p:tag name="KSO_WM_TEMPLATE_CATEGORY" val="custom"/>
  <p:tag name="KSO_WM_TEMPLATE_INDEX" val="20238112"/>
  <p:tag name="KSO_WM_UNIT_LAYERLEVEL" val="1"/>
  <p:tag name="KSO_WM_TAG_VERSION" val="3.0"/>
  <p:tag name="KSO_WM_BEAUTIFY_FLAG" val="#wm#"/>
  <p:tag name="KSO_WM_UNIT_PRESET_TEXT" val="The title goes here"/>
</p:tagLst>
</file>

<file path=ppt/tags/tag102.xml><?xml version="1.0" encoding="utf-8"?>
<p:tagLst xmlns:p="http://schemas.openxmlformats.org/presentationml/2006/main">
  <p:tag name="KSO_WM_UNIT_ISNUMDGMTITLE" val="0"/>
  <p:tag name="KSO_WM_UNIT_SUBTYPE" val="g"/>
  <p:tag name="KSO_WM_UNIT_NOCLEAR" val="0"/>
  <p:tag name="KSO_WM_UNIT_VALUE" val="11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custom20238112_1*f*2"/>
  <p:tag name="KSO_WM_TEMPLATE_CATEGORY" val="custom"/>
  <p:tag name="KSO_WM_TEMPLATE_INDEX" val="20238112"/>
  <p:tag name="KSO_WM_UNIT_LAYERLEVEL" val="1"/>
  <p:tag name="KSO_WM_TAG_VERSION" val="3.0"/>
  <p:tag name="KSO_WM_BEAUTIFY_FLAG" val="#wm#"/>
  <p:tag name="KSO_WM_UNIT_PRESET_TEXT" val="Click here to add text"/>
</p:tagLst>
</file>

<file path=ppt/tags/tag103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8112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8112"/>
  <p:tag name="KSO_WM_SLIDE_LAYOUT" val="a_f"/>
  <p:tag name="KSO_WM_SLIDE_LAYOUT_CNT" val="1_2"/>
  <p:tag name="KSO_WM_SLIDE_THEME_ID" val="3323305"/>
  <p:tag name="KSO_WM_SLIDE_THEME_NAME" val="Z_20238112_Green Office"/>
</p:tagLst>
</file>

<file path=ppt/tags/tag10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8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38007_1*b*1"/>
  <p:tag name="KSO_WM_TEMPLATE_CATEGORY" val="custom"/>
  <p:tag name="KSO_WM_TEMPLATE_INDEX" val="20238007"/>
  <p:tag name="KSO_WM_UNIT_LAYERLEVEL" val="1"/>
  <p:tag name="KSO_WM_TAG_VERSION" val="3.0"/>
  <p:tag name="KSO_WM_BEAUTIFY_FLAG" val="#wm#"/>
  <p:tag name="KSO_WM_UNIT_PRESET_TEXT" val="Add description"/>
</p:tagLst>
</file>

<file path=ppt/tags/tag10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8112_1*a*1"/>
  <p:tag name="KSO_WM_TEMPLATE_CATEGORY" val="custom"/>
  <p:tag name="KSO_WM_TEMPLATE_INDEX" val="20238112"/>
  <p:tag name="KSO_WM_UNIT_LAYERLEVEL" val="1"/>
  <p:tag name="KSO_WM_TAG_VERSION" val="3.0"/>
  <p:tag name="KSO_WM_BEAUTIFY_FLAG" val="#wm#"/>
  <p:tag name="KSO_WM_UNIT_PRESET_TEXT" val="The title goes here"/>
</p:tagLst>
</file>

<file path=ppt/tags/tag106.xml><?xml version="1.0" encoding="utf-8"?>
<p:tagLst xmlns:p="http://schemas.openxmlformats.org/presentationml/2006/main">
  <p:tag name="KSO_WM_UNIT_ISNUMDGMTITLE" val="0"/>
  <p:tag name="KSO_WM_UNIT_SUBTYPE" val="g"/>
  <p:tag name="KSO_WM_UNIT_NOCLEAR" val="0"/>
  <p:tag name="KSO_WM_UNIT_VALUE" val="11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custom20238112_1*f*2"/>
  <p:tag name="KSO_WM_TEMPLATE_CATEGORY" val="custom"/>
  <p:tag name="KSO_WM_TEMPLATE_INDEX" val="20238112"/>
  <p:tag name="KSO_WM_UNIT_LAYERLEVEL" val="1"/>
  <p:tag name="KSO_WM_TAG_VERSION" val="3.0"/>
  <p:tag name="KSO_WM_BEAUTIFY_FLAG" val="#wm#"/>
  <p:tag name="KSO_WM_UNIT_PRESET_TEXT" val="Click here to add text"/>
</p:tagLst>
</file>

<file path=ppt/tags/tag107.xml><?xml version="1.0" encoding="utf-8"?>
<p:tagLst xmlns:p="http://schemas.openxmlformats.org/presentationml/2006/main">
  <p:tag name="KSO_WM_UNIT_ISNUMDGMTITLE" val="0"/>
  <p:tag name="KSO_WM_UNIT_SUBTYPE" val="b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8112_1*f*1"/>
  <p:tag name="KSO_WM_TEMPLATE_CATEGORY" val="custom"/>
  <p:tag name="KSO_WM_TEMPLATE_INDEX" val="20238112"/>
  <p:tag name="KSO_WM_UNIT_LAYERLEVEL" val="1"/>
  <p:tag name="KSO_WM_TAG_VERSION" val="3.0"/>
  <p:tag name="KSO_WM_BEAUTIFY_FLAG" val="#wm#"/>
  <p:tag name="KSO_WM_UNIT_PRESET_TEXT" val="Name"/>
</p:tagLst>
</file>

<file path=ppt/tags/tag108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8112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8112"/>
  <p:tag name="KSO_WM_SLIDE_LAYOUT" val="a_f"/>
  <p:tag name="KSO_WM_SLIDE_LAYOUT_CNT" val="1_2"/>
  <p:tag name="KSO_WM_SLIDE_THEME_ID" val="3323305"/>
  <p:tag name="KSO_WM_SLIDE_THEME_NAME" val="Z_20238112_Green Office"/>
</p:tagLst>
</file>

<file path=ppt/tags/tag109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10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111.xml><?xml version="1.0" encoding="utf-8"?>
<p:tagLst xmlns:p="http://schemas.openxmlformats.org/presentationml/2006/main">
  <p:tag name="KSO_WM_SLIDE_TYPE" val="text"/>
  <p:tag name="KSO_WM_BEAUTIFY_FLAG" val="#wm#"/>
  <p:tag name="KSO_WM_SPECIAL_SOURCE" val="bdnull"/>
  <p:tag name="KSO_WM_SLIDE_ID" val="custom20230267_8"/>
  <p:tag name="KSO_WM_TEMPLATE_SUBCATEGORY" val="29"/>
  <p:tag name="KSO_WM_TEMPLATE_MASTER_TYPE" val="0"/>
  <p:tag name="KSO_WM_TEMPLATE_COLOR_TYPE" val="0"/>
  <p:tag name="KSO_WM_SLIDE_SUBTYPE" val="pureTxt"/>
  <p:tag name="KSO_WM_SLIDE_LAYOUT_NAME" val="标题和内容"/>
  <p:tag name="KSO_WM_SLIDE_ITEM_CNT" val="0"/>
  <p:tag name="KSO_WM_SLIDE_INDEX" val="8"/>
  <p:tag name="KSO_WM_SLIDE_SIZE" val="850*457"/>
  <p:tag name="KSO_WM_SLIDE_POSITION" val="54*28"/>
  <p:tag name="KSO_WM_TAG_VERSION" val="3.0"/>
  <p:tag name="KSO_WM_TEMPLATE_CATEGORY" val="custom"/>
  <p:tag name="KSO_WM_TEMPLATE_INDEX" val="20230267"/>
  <p:tag name="KSO_WM_SLIDE_LAYOUT" val="a_f"/>
  <p:tag name="KSO_WM_SLIDE_LAYOUT_CNT" val="1_1"/>
</p:tagLst>
</file>

<file path=ppt/tags/tag112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13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114.xml><?xml version="1.0" encoding="utf-8"?>
<p:tagLst xmlns:p="http://schemas.openxmlformats.org/presentationml/2006/main">
  <p:tag name="KSO_WM_SLIDE_TYPE" val="text"/>
  <p:tag name="KSO_WM_BEAUTIFY_FLAG" val="#wm#"/>
  <p:tag name="KSO_WM_SPECIAL_SOURCE" val="bdnull"/>
  <p:tag name="KSO_WM_SLIDE_ID" val="custom20230267_8"/>
  <p:tag name="KSO_WM_TEMPLATE_SUBCATEGORY" val="29"/>
  <p:tag name="KSO_WM_TEMPLATE_MASTER_TYPE" val="0"/>
  <p:tag name="KSO_WM_TEMPLATE_COLOR_TYPE" val="0"/>
  <p:tag name="KSO_WM_SLIDE_SUBTYPE" val="pureTxt"/>
  <p:tag name="KSO_WM_SLIDE_LAYOUT_NAME" val="标题和内容"/>
  <p:tag name="KSO_WM_SLIDE_ITEM_CNT" val="0"/>
  <p:tag name="KSO_WM_SLIDE_INDEX" val="8"/>
  <p:tag name="KSO_WM_SLIDE_SIZE" val="850*457"/>
  <p:tag name="KSO_WM_SLIDE_POSITION" val="54*28"/>
  <p:tag name="KSO_WM_TAG_VERSION" val="3.0"/>
  <p:tag name="KSO_WM_TEMPLATE_CATEGORY" val="custom"/>
  <p:tag name="KSO_WM_TEMPLATE_INDEX" val="20230267"/>
  <p:tag name="KSO_WM_SLIDE_LAYOUT" val="a_f"/>
  <p:tag name="KSO_WM_SLIDE_LAYOUT_CNT" val="1_1"/>
</p:tagLst>
</file>

<file path=ppt/tags/tag115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16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117.xml><?xml version="1.0" encoding="utf-8"?>
<p:tagLst xmlns:p="http://schemas.openxmlformats.org/presentationml/2006/main">
  <p:tag name="KSO_WM_SLIDE_TYPE" val="text"/>
  <p:tag name="KSO_WM_BEAUTIFY_FLAG" val="#wm#"/>
  <p:tag name="KSO_WM_SPECIAL_SOURCE" val="bdnull"/>
  <p:tag name="KSO_WM_SLIDE_ID" val="custom20230267_8"/>
  <p:tag name="KSO_WM_TEMPLATE_SUBCATEGORY" val="29"/>
  <p:tag name="KSO_WM_TEMPLATE_MASTER_TYPE" val="0"/>
  <p:tag name="KSO_WM_TEMPLATE_COLOR_TYPE" val="0"/>
  <p:tag name="KSO_WM_SLIDE_SUBTYPE" val="pureTxt"/>
  <p:tag name="KSO_WM_SLIDE_LAYOUT_NAME" val="标题和内容"/>
  <p:tag name="KSO_WM_SLIDE_ITEM_CNT" val="0"/>
  <p:tag name="KSO_WM_SLIDE_INDEX" val="8"/>
  <p:tag name="KSO_WM_SLIDE_SIZE" val="850*457"/>
  <p:tag name="KSO_WM_SLIDE_POSITION" val="54*28"/>
  <p:tag name="KSO_WM_TAG_VERSION" val="3.0"/>
  <p:tag name="KSO_WM_TEMPLATE_CATEGORY" val="custom"/>
  <p:tag name="KSO_WM_TEMPLATE_INDEX" val="20230267"/>
  <p:tag name="KSO_WM_SLIDE_LAYOUT" val="a_f"/>
  <p:tag name="KSO_WM_SLIDE_LAYOUT_CNT" val="1_1"/>
</p:tagLst>
</file>

<file path=ppt/tags/tag118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19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120.xml><?xml version="1.0" encoding="utf-8"?>
<p:tagLst xmlns:p="http://schemas.openxmlformats.org/presentationml/2006/main">
  <p:tag name="KSO_WM_SLIDE_TYPE" val="text"/>
  <p:tag name="KSO_WM_BEAUTIFY_FLAG" val="#wm#"/>
  <p:tag name="KSO_WM_SPECIAL_SOURCE" val="bdnull"/>
  <p:tag name="KSO_WM_SLIDE_ID" val="custom20230267_8"/>
  <p:tag name="KSO_WM_TEMPLATE_SUBCATEGORY" val="29"/>
  <p:tag name="KSO_WM_TEMPLATE_MASTER_TYPE" val="0"/>
  <p:tag name="KSO_WM_TEMPLATE_COLOR_TYPE" val="0"/>
  <p:tag name="KSO_WM_SLIDE_SUBTYPE" val="pureTxt"/>
  <p:tag name="KSO_WM_SLIDE_LAYOUT_NAME" val="标题和内容"/>
  <p:tag name="KSO_WM_SLIDE_ITEM_CNT" val="0"/>
  <p:tag name="KSO_WM_SLIDE_INDEX" val="8"/>
  <p:tag name="KSO_WM_SLIDE_SIZE" val="850*457"/>
  <p:tag name="KSO_WM_SLIDE_POSITION" val="54*28"/>
  <p:tag name="KSO_WM_TAG_VERSION" val="3.0"/>
  <p:tag name="KSO_WM_TEMPLATE_CATEGORY" val="custom"/>
  <p:tag name="KSO_WM_TEMPLATE_INDEX" val="20230267"/>
  <p:tag name="KSO_WM_SLIDE_LAYOUT" val="a_f"/>
  <p:tag name="KSO_WM_SLIDE_LAYOUT_CNT" val="1_1"/>
</p:tagLst>
</file>

<file path=ppt/tags/tag121.xml><?xml version="1.0" encoding="utf-8"?>
<p:tagLst xmlns:p="http://schemas.openxmlformats.org/presentationml/2006/main">
  <p:tag name="KSO_WM_UNIT_INDEX" val="1"/>
  <p:tag name="KSO_WM_UNIT_TEXT_SUBTYPE" val="a"/>
  <p:tag name="KSO_WM_UNIT_SUBTYPE" val="a"/>
  <p:tag name="KSO_WM_UNIT_TYPE" val="f"/>
  <p:tag name="KSO_WM_BEAUTIFY_FLAG" val="#wm#"/>
</p:tagLst>
</file>

<file path=ppt/tags/tag122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23.xml><?xml version="1.0" encoding="utf-8"?>
<p:tagLst xmlns:p="http://schemas.openxmlformats.org/presentationml/2006/main">
  <p:tag name="KSO_WM_SLIDE_TYPE" val="text"/>
  <p:tag name="KSO_WM_BEAUTIFY_FLAG" val="#wm#"/>
  <p:tag name="KSO_WM_SPECIAL_SOURCE" val="bdnull"/>
  <p:tag name="KSO_WM_SLIDE_ID" val="custom20230267_8"/>
  <p:tag name="KSO_WM_TEMPLATE_SUBCATEGORY" val="29"/>
  <p:tag name="KSO_WM_TEMPLATE_MASTER_TYPE" val="0"/>
  <p:tag name="KSO_WM_TEMPLATE_COLOR_TYPE" val="0"/>
  <p:tag name="KSO_WM_SLIDE_SUBTYPE" val="pureTxt"/>
  <p:tag name="KSO_WM_SLIDE_LAYOUT_NAME" val="标题和内容"/>
  <p:tag name="KSO_WM_SLIDE_ITEM_CNT" val="0"/>
  <p:tag name="KSO_WM_SLIDE_INDEX" val="8"/>
  <p:tag name="KSO_WM_SLIDE_SIZE" val="850*457"/>
  <p:tag name="KSO_WM_SLIDE_POSITION" val="54*28"/>
  <p:tag name="KSO_WM_TAG_VERSION" val="3.0"/>
  <p:tag name="KSO_WM_TEMPLATE_CATEGORY" val="custom"/>
  <p:tag name="KSO_WM_TEMPLATE_INDEX" val="20230267"/>
  <p:tag name="KSO_WM_SLIDE_LAYOUT" val="a_f"/>
  <p:tag name="KSO_WM_SLIDE_LAYOUT_CNT" val="1_1"/>
</p:tagLst>
</file>

<file path=ppt/tags/tag124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25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126.xml><?xml version="1.0" encoding="utf-8"?>
<p:tagLst xmlns:p="http://schemas.openxmlformats.org/presentationml/2006/main">
  <p:tag name="KSO_WM_SLIDE_TYPE" val="text"/>
  <p:tag name="KSO_WM_BEAUTIFY_FLAG" val="#wm#"/>
  <p:tag name="KSO_WM_SPECIAL_SOURCE" val="bdnull"/>
  <p:tag name="KSO_WM_SLIDE_ID" val="custom20230267_8"/>
  <p:tag name="KSO_WM_TEMPLATE_SUBCATEGORY" val="29"/>
  <p:tag name="KSO_WM_TEMPLATE_MASTER_TYPE" val="0"/>
  <p:tag name="KSO_WM_TEMPLATE_COLOR_TYPE" val="0"/>
  <p:tag name="KSO_WM_SLIDE_SUBTYPE" val="pureTxt"/>
  <p:tag name="KSO_WM_SLIDE_LAYOUT_NAME" val="标题和内容"/>
  <p:tag name="KSO_WM_SLIDE_ITEM_CNT" val="0"/>
  <p:tag name="KSO_WM_SLIDE_INDEX" val="8"/>
  <p:tag name="KSO_WM_SLIDE_SIZE" val="850*457"/>
  <p:tag name="KSO_WM_SLIDE_POSITION" val="54*28"/>
  <p:tag name="KSO_WM_TAG_VERSION" val="3.0"/>
  <p:tag name="KSO_WM_TEMPLATE_CATEGORY" val="custom"/>
  <p:tag name="KSO_WM_TEMPLATE_INDEX" val="20230267"/>
  <p:tag name="KSO_WM_SLIDE_LAYOUT" val="a_f"/>
  <p:tag name="KSO_WM_SLIDE_LAYOUT_CNT" val="1_1"/>
</p:tagLst>
</file>

<file path=ppt/tags/tag127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28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129.xml><?xml version="1.0" encoding="utf-8"?>
<p:tagLst xmlns:p="http://schemas.openxmlformats.org/presentationml/2006/main">
  <p:tag name="KSO_WM_SLIDE_TYPE" val="text"/>
  <p:tag name="KSO_WM_BEAUTIFY_FLAG" val="#wm#"/>
  <p:tag name="KSO_WM_SPECIAL_SOURCE" val="bdnull"/>
  <p:tag name="KSO_WM_SLIDE_ID" val="custom20230267_8"/>
  <p:tag name="KSO_WM_TEMPLATE_SUBCATEGORY" val="29"/>
  <p:tag name="KSO_WM_TEMPLATE_MASTER_TYPE" val="0"/>
  <p:tag name="KSO_WM_TEMPLATE_COLOR_TYPE" val="0"/>
  <p:tag name="KSO_WM_SLIDE_SUBTYPE" val="pureTxt"/>
  <p:tag name="KSO_WM_SLIDE_LAYOUT_NAME" val="标题和内容"/>
  <p:tag name="KSO_WM_SLIDE_ITEM_CNT" val="0"/>
  <p:tag name="KSO_WM_SLIDE_INDEX" val="8"/>
  <p:tag name="KSO_WM_SLIDE_SIZE" val="850*457"/>
  <p:tag name="KSO_WM_SLIDE_POSITION" val="54*28"/>
  <p:tag name="KSO_WM_TAG_VERSION" val="3.0"/>
  <p:tag name="KSO_WM_TEMPLATE_CATEGORY" val="custom"/>
  <p:tag name="KSO_WM_TEMPLATE_INDEX" val="20230267"/>
  <p:tag name="KSO_WM_SLIDE_LAYOUT" val="a_f"/>
  <p:tag name="KSO_WM_SLIDE_LAYOUT_CNT" val="1_1"/>
</p:tagLst>
</file>

<file path=ppt/tags/tag130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31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132.xml><?xml version="1.0" encoding="utf-8"?>
<p:tagLst xmlns:p="http://schemas.openxmlformats.org/presentationml/2006/main">
  <p:tag name="KSO_WM_SLIDE_TYPE" val="text"/>
  <p:tag name="KSO_WM_BEAUTIFY_FLAG" val="#wm#"/>
  <p:tag name="KSO_WM_SPECIAL_SOURCE" val="bdnull"/>
  <p:tag name="KSO_WM_SLIDE_ID" val="custom20230267_8"/>
  <p:tag name="KSO_WM_TEMPLATE_SUBCATEGORY" val="29"/>
  <p:tag name="KSO_WM_TEMPLATE_MASTER_TYPE" val="0"/>
  <p:tag name="KSO_WM_TEMPLATE_COLOR_TYPE" val="0"/>
  <p:tag name="KSO_WM_SLIDE_SUBTYPE" val="pureTxt"/>
  <p:tag name="KSO_WM_SLIDE_LAYOUT_NAME" val="标题和内容"/>
  <p:tag name="KSO_WM_SLIDE_ITEM_CNT" val="0"/>
  <p:tag name="KSO_WM_SLIDE_INDEX" val="8"/>
  <p:tag name="KSO_WM_SLIDE_SIZE" val="850*457"/>
  <p:tag name="KSO_WM_SLIDE_POSITION" val="54*28"/>
  <p:tag name="KSO_WM_TAG_VERSION" val="3.0"/>
  <p:tag name="KSO_WM_TEMPLATE_CATEGORY" val="custom"/>
  <p:tag name="KSO_WM_TEMPLATE_INDEX" val="20230267"/>
  <p:tag name="KSO_WM_SLIDE_LAYOUT" val="a_f"/>
  <p:tag name="KSO_WM_SLIDE_LAYOUT_CNT" val="1_1"/>
</p:tagLst>
</file>

<file path=ppt/tags/tag133.xml><?xml version="1.0" encoding="utf-8"?>
<p:tagLst xmlns:p="http://schemas.openxmlformats.org/presentationml/2006/main">
  <p:tag name="KSO_WM_UNIT_INDEX" val="2"/>
  <p:tag name="KSO_WM_UNIT_TEXT_SUBTYPE" val="a"/>
  <p:tag name="KSO_WM_UNIT_SUBTYPE" val="a"/>
  <p:tag name="KSO_WM_UNIT_TYPE" val="f"/>
  <p:tag name="KSO_WM_BEAUTIFY_FLAG" val="#wm#"/>
</p:tagLst>
</file>

<file path=ppt/tags/tag13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8112_9*a*1"/>
  <p:tag name="KSO_WM_TEMPLATE_CATEGORY" val="custom"/>
  <p:tag name="KSO_WM_TEMPLATE_INDEX" val="20238112"/>
  <p:tag name="KSO_WM_UNIT_LAYERLEVEL" val="1"/>
  <p:tag name="KSO_WM_TAG_VERSION" val="3.0"/>
  <p:tag name="KSO_WM_BEAUTIFY_FLAG" val="#wm#"/>
  <p:tag name="KSO_WM_UNIT_PRESET_TEXT" val="THANKS"/>
</p:tagLst>
</file>

<file path=ppt/tags/tag135.xml><?xml version="1.0" encoding="utf-8"?>
<p:tagLst xmlns:p="http://schemas.openxmlformats.org/presentationml/2006/main">
  <p:tag name="KSO_WM_UNIT_ISNUMDGMTITLE" val="0"/>
  <p:tag name="KSO_WM_UNIT_SUBTYPE" val="g"/>
  <p:tag name="KSO_WM_UNIT_NOCLEAR" val="0"/>
  <p:tag name="KSO_WM_UNIT_VALUE" val="11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custom20238112_9*f*2"/>
  <p:tag name="KSO_WM_TEMPLATE_CATEGORY" val="custom"/>
  <p:tag name="KSO_WM_TEMPLATE_INDEX" val="20238112"/>
  <p:tag name="KSO_WM_UNIT_LAYERLEVEL" val="1"/>
  <p:tag name="KSO_WM_TAG_VERSION" val="3.0"/>
  <p:tag name="KSO_WM_BEAUTIFY_FLAG" val="#wm#"/>
  <p:tag name="KSO_WM_UNIT_PRESET_TEXT" val="Click here to add text"/>
</p:tagLst>
</file>

<file path=ppt/tags/tag136.xml><?xml version="1.0" encoding="utf-8"?>
<p:tagLst xmlns:p="http://schemas.openxmlformats.org/presentationml/2006/main">
  <p:tag name="KSO_WM_UNIT_ISNUMDGMTITLE" val="0"/>
  <p:tag name="KSO_WM_UNIT_SUBTYPE" val="b"/>
  <p:tag name="KSO_WM_UNIT_NOCLEAR" val="0"/>
  <p:tag name="KSO_WM_UNIT_VALUE" val="22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8112_9*f*1"/>
  <p:tag name="KSO_WM_TEMPLATE_CATEGORY" val="custom"/>
  <p:tag name="KSO_WM_TEMPLATE_INDEX" val="20238112"/>
  <p:tag name="KSO_WM_UNIT_LAYERLEVEL" val="1"/>
  <p:tag name="KSO_WM_TAG_VERSION" val="3.0"/>
  <p:tag name="KSO_WM_BEAUTIFY_FLAG" val="#wm#"/>
  <p:tag name="KSO_WM_UNIT_PRESET_TEXT" val="Name"/>
</p:tagLst>
</file>

<file path=ppt/tags/tag137.xml><?xml version="1.0" encoding="utf-8"?>
<p:tagLst xmlns:p="http://schemas.openxmlformats.org/presentationml/2006/main">
  <p:tag name="KSO_WM_SPECIAL_SOURCE" val="bdnull"/>
  <p:tag name="KSO_WM_SLIDE_ID" val="custom20238112_9"/>
  <p:tag name="KSO_WM_TEMPLATE_SUBCATEGORY" val="29"/>
  <p:tag name="KSO_WM_TEMPLATE_MASTER_TYPE" val="0"/>
  <p:tag name="KSO_WM_TEMPLATE_COLOR_TYPE" val="0"/>
  <p:tag name="KSO_WM_SLIDE_TYPE" val="endPag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8112"/>
  <p:tag name="KSO_WM_SLIDE_LAYOUT" val="a_f"/>
  <p:tag name="KSO_WM_SLIDE_LAYOUT_CNT" val="1_2"/>
  <p:tag name="KSO_WM_SLIDE_THEME_ID" val="3323305"/>
  <p:tag name="KSO_WM_SLIDE_THEME_NAME" val="Z_20238112_Green Offic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0313-13">
      <a:dk1>
        <a:srgbClr val="333333"/>
      </a:dk1>
      <a:lt1>
        <a:sysClr val="window" lastClr="FFFFFF"/>
      </a:lt1>
      <a:dk2>
        <a:srgbClr val="1D1D1D"/>
      </a:dk2>
      <a:lt2>
        <a:srgbClr val="F1FAF4"/>
      </a:lt2>
      <a:accent1>
        <a:srgbClr val="80D290"/>
      </a:accent1>
      <a:accent2>
        <a:srgbClr val="9CDC5C"/>
      </a:accent2>
      <a:accent3>
        <a:srgbClr val="F2BA02"/>
      </a:accent3>
      <a:accent4>
        <a:srgbClr val="7FD9EA"/>
      </a:accent4>
      <a:accent5>
        <a:srgbClr val="4CB3D8"/>
      </a:accent5>
      <a:accent6>
        <a:srgbClr val="5672FF"/>
      </a:accent6>
      <a:hlink>
        <a:srgbClr val="0026E5"/>
      </a:hlink>
      <a:folHlink>
        <a:srgbClr val="7E1FAD"/>
      </a:folHlink>
    </a:clrScheme>
    <a:fontScheme name="传统">
      <a:majorFont>
        <a:latin typeface="Crimson Text SemiBold"/>
        <a:ea typeface="Crimson Text SemiBold"/>
        <a:cs typeface=""/>
      </a:majorFont>
      <a:minorFont>
        <a:latin typeface="Charis SIL"/>
        <a:ea typeface="Charis SI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rmAutofit lnSpcReduction="10000"/>
      </a:bodyPr>
      <a:lstStyle>
        <a:defPPr algn="l">
          <a:lnSpc>
            <a:spcPct val="140000"/>
          </a:lnSpc>
          <a:defRPr sz="2000" kern="100" dirty="0">
            <a:effectLst/>
            <a:latin typeface="+mn-ea"/>
            <a:cs typeface="江城圆体 400W" panose="020B0500000000000000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1248</Words>
  <Application>WPS Slides</Application>
  <PresentationFormat>On-screen Show (4:3)</PresentationFormat>
  <Paragraphs>73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6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江城圆体 400W</vt:lpstr>
      <vt:lpstr>Crimson Text SemiBold</vt:lpstr>
      <vt:lpstr>Charis SIL</vt:lpstr>
      <vt:lpstr>Wingdings</vt:lpstr>
      <vt:lpstr>Inter Bold</vt:lpstr>
      <vt:lpstr>Inter</vt:lpstr>
      <vt:lpstr>Office Theme</vt:lpstr>
      <vt:lpstr>2_Office Theme</vt:lpstr>
      <vt:lpstr>Aircraft Risk Evaluation For Business Expansion</vt:lpstr>
      <vt:lpstr>Aircraft Risk Evaluation For Business Expansion</vt:lpstr>
      <vt:lpstr>Executive Summary</vt:lpstr>
      <vt:lpstr>Data Overview</vt:lpstr>
      <vt:lpstr>Methodology</vt:lpstr>
      <vt:lpstr>Key Finding 1: Risk Score Skewed</vt:lpstr>
      <vt:lpstr>PowerPoint 演示文稿</vt:lpstr>
      <vt:lpstr>Key Finding 3: Injury Correlations</vt:lpstr>
      <vt:lpstr>Business Recommendations</vt:lpstr>
      <vt:lpstr>Conclusion</vt:lpstr>
      <vt:lpstr>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ODIDA JUDAH</cp:lastModifiedBy>
  <cp:revision>2</cp:revision>
  <dcterms:created xsi:type="dcterms:W3CDTF">2013-01-27T09:14:00Z</dcterms:created>
  <dcterms:modified xsi:type="dcterms:W3CDTF">2025-04-28T11:41:12Z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31F72BACE87C43C6AB7EF4607DFE77D3_13</vt:lpwstr>
  </property>
  <property fmtid="{D5CDD505-2E9C-101B-9397-08002B2CF9AE}" pid="3" name="KSOProductBuildVer">
    <vt:lpwstr>2057-12.2.0.20795</vt:lpwstr>
  </property>
</Properties>
</file>